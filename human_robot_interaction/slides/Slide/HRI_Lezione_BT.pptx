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32"/>
  </p:notesMasterIdLst>
  <p:sldIdLst>
    <p:sldId id="534" r:id="rId4"/>
    <p:sldId id="603" r:id="rId5"/>
    <p:sldId id="604" r:id="rId6"/>
    <p:sldId id="606" r:id="rId7"/>
    <p:sldId id="607" r:id="rId8"/>
    <p:sldId id="605" r:id="rId9"/>
    <p:sldId id="608" r:id="rId10"/>
    <p:sldId id="610" r:id="rId11"/>
    <p:sldId id="609" r:id="rId12"/>
    <p:sldId id="611" r:id="rId13"/>
    <p:sldId id="625" r:id="rId14"/>
    <p:sldId id="624" r:id="rId15"/>
    <p:sldId id="612" r:id="rId16"/>
    <p:sldId id="627" r:id="rId17"/>
    <p:sldId id="629" r:id="rId18"/>
    <p:sldId id="631" r:id="rId19"/>
    <p:sldId id="632" r:id="rId20"/>
    <p:sldId id="615" r:id="rId21"/>
    <p:sldId id="613" r:id="rId22"/>
    <p:sldId id="616" r:id="rId23"/>
    <p:sldId id="619" r:id="rId24"/>
    <p:sldId id="618" r:id="rId25"/>
    <p:sldId id="617" r:id="rId26"/>
    <p:sldId id="621" r:id="rId27"/>
    <p:sldId id="626" r:id="rId28"/>
    <p:sldId id="620" r:id="rId29"/>
    <p:sldId id="622" r:id="rId30"/>
    <p:sldId id="623" r:id="rId3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0843"/>
    <a:srgbClr val="E16D6D"/>
    <a:srgbClr val="EFB3B3"/>
    <a:srgbClr val="F5CFCF"/>
    <a:srgbClr val="FF7D79"/>
    <a:srgbClr val="E06E6E"/>
    <a:srgbClr val="D94F4F"/>
    <a:srgbClr val="34A5DA"/>
    <a:srgbClr val="2947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Stile chiaro 1 - Color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D13A8-842B-EE49-919D-F65B2C10D40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66092-E3DD-3742-AAE0-43140707634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6703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DE125B-752F-514C-B994-D79A0613D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28F6567-C2A6-C049-9CDF-85F4E05DE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1D16C4-1175-044C-B4E8-8439F7BD5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844586-5D88-F14F-AF11-AF2E2CB00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00D47C-4F14-1648-BCAD-DC32F7C8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405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ACF564-84A8-924E-9902-9FF8B4E4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A6DE8A-4432-B249-A555-F0F8583EE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CB2DDDA-4DAF-1046-819B-6AE86463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9EF8D7-34DD-2C40-8B22-1DEAAE70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2BC5C7-2D71-8F4D-BBAD-C202FC82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52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675F92-B724-E14B-B7C8-87F733931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74BB5D-4ECB-7144-917A-CA23101DF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D2749ED-41FF-E148-BFD8-38AE8CE8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A3FBEE-458C-BB46-8DCD-4D5D2BEA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84A4BD-BA5A-C741-9591-E94421CB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8771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3E7136-7834-BE45-A131-1AF2044A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3BF92B-9E00-1A4E-B388-FE39814D7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60DFF3D-1337-EF43-94A4-6306899B4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366E8E3-5125-0E4B-ACC6-F48A58478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E999336-8DCC-3848-9BE2-9EF2070D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8E7BE25-D362-7948-9B11-292D22641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822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38D3A9-B7E4-B742-878C-E7C4AAF34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3BBD531-20E0-6044-9793-346EA59E2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D1078A2-1CC3-164E-94BE-A11812D20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70980C8-C630-3B4E-9BB2-05B872D35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A8B8840-505D-6C47-8AE6-4D3C62041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503F048-7100-2F45-BC04-FDE66C17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8CC9B85-5667-0F43-9EFE-DD982070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015D8F-E697-A242-9A0C-E245B5EE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840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5B9FE9-1921-8542-8C36-2F74D12BE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FC503C0-53AA-D944-A3A3-8D21065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FF7DCF0-3C83-D04E-93B8-982EA45B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738DBAD-2D79-9B42-A49A-9F86B674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2243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32C9665-82A5-3742-BD59-EF88A172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99AD371-76A2-8348-AEEE-E62FF99A4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7E56EB-6AAB-9749-9EAC-89341026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872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E3EE0-B9E8-3A41-B7E7-35F2FBCD2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BB4DA4-6B05-AE4B-819C-20863558D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4318C59-3354-E049-AECA-AB24DE343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724841D-5400-D44F-BEDD-6FDA401A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85CA621-BE23-6047-BA35-9EA2B2BE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353ECB0-22F4-F74D-8339-D37C53D4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820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7C0012-FF53-954B-81EE-22B70875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E3398B7-6508-2043-B058-D52E76D1DB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16D17CA-17E2-1D47-AAAE-584463CDD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E975DB6-E5E3-A14B-9E2E-21ABCADB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46DE07-F17A-0E43-A3E8-644E6B683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E6FCC66-580C-D04C-8DF3-B66E7A21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1503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93735C-F4B3-DF49-B0EB-BDA852C89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F64CBF0-1B54-5E4D-803F-9F7DB2237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74CBF2-4D53-0743-BE70-5B244AE40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E99C30-E0F0-E641-8427-E9E381935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79E25C-5F81-0A44-A4DE-D838EC1F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414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2D4EBE3-4494-7645-BA20-F80C32232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8B2C4BC-1BAC-B64F-AF17-B16BE4510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9C74E7-E969-414F-B768-BD153470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BB752B-D8DE-CE47-AFF1-052622AC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120490-6324-D94A-B0F1-8FC4F404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9220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22659" y="0"/>
            <a:ext cx="1169340" cy="10599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Line 104"/>
          <p:cNvSpPr>
            <a:spLocks noChangeShapeType="1"/>
          </p:cNvSpPr>
          <p:nvPr userDrawn="1"/>
        </p:nvSpPr>
        <p:spPr bwMode="auto">
          <a:xfrm>
            <a:off x="1632683" y="1220755"/>
            <a:ext cx="10560000" cy="0"/>
          </a:xfrm>
          <a:prstGeom prst="line">
            <a:avLst/>
          </a:prstGeom>
          <a:noFill/>
          <a:ln w="228600">
            <a:solidFill>
              <a:srgbClr val="FF7D79"/>
            </a:solidFill>
            <a:round/>
            <a:headEnd/>
            <a:tailEnd/>
          </a:ln>
          <a:effectLst/>
        </p:spPr>
        <p:txBody>
          <a:bodyPr/>
          <a:lstStyle/>
          <a:p>
            <a:endParaRPr lang="it-IT" sz="1800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0" y="1359235"/>
            <a:ext cx="12192000" cy="51058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457393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venir Next" panose="020B0503020202020204" pitchFamily="34" charset="0"/>
              </a:defRPr>
            </a:lvl1pPr>
            <a:lvl2pPr>
              <a:buClr>
                <a:srgbClr val="B00843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venir Next" panose="020B0503020202020204" pitchFamily="34" charset="0"/>
              </a:defRPr>
            </a:lvl2pPr>
            <a:lvl3pPr>
              <a:buClr>
                <a:srgbClr val="29475F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Avenir Next" panose="020B0503020202020204" pitchFamily="34" charset="0"/>
              </a:defRPr>
            </a:lvl3pPr>
            <a:lvl4pPr>
              <a:buClr>
                <a:srgbClr val="CBC9C6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venir Next" panose="020B0503020202020204" pitchFamily="34" charset="0"/>
              </a:defRPr>
            </a:lvl4pPr>
            <a:lvl5pPr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>
                <a:solidFill>
                  <a:srgbClr val="29475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noProof="0"/>
              <a:t>Fare </a:t>
            </a:r>
            <a:r>
              <a:rPr lang="en-GB" noProof="0" err="1"/>
              <a:t>clic</a:t>
            </a:r>
            <a:r>
              <a:rPr lang="en-GB" noProof="0"/>
              <a:t> per </a:t>
            </a:r>
            <a:r>
              <a:rPr lang="en-GB" noProof="0" err="1"/>
              <a:t>modificare</a:t>
            </a:r>
            <a:r>
              <a:rPr lang="en-GB" noProof="0"/>
              <a:t> </a:t>
            </a:r>
            <a:r>
              <a:rPr lang="en-GB" noProof="0" err="1"/>
              <a:t>stili</a:t>
            </a:r>
            <a:r>
              <a:rPr lang="en-GB" noProof="0"/>
              <a:t> del </a:t>
            </a:r>
            <a:r>
              <a:rPr lang="en-GB" noProof="0" err="1"/>
              <a:t>testo</a:t>
            </a:r>
            <a:r>
              <a:rPr lang="en-GB" noProof="0"/>
              <a:t> </a:t>
            </a:r>
            <a:r>
              <a:rPr lang="en-GB" noProof="0" err="1"/>
              <a:t>dello</a:t>
            </a:r>
            <a:r>
              <a:rPr lang="en-GB" noProof="0"/>
              <a:t> schema</a:t>
            </a:r>
          </a:p>
          <a:p>
            <a:pPr lvl="1"/>
            <a:r>
              <a:rPr lang="en-GB" noProof="0" err="1"/>
              <a:t>Secondo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2"/>
            <a:r>
              <a:rPr lang="en-GB" noProof="0" err="1"/>
              <a:t>Terzo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3"/>
            <a:r>
              <a:rPr lang="en-GB" noProof="0"/>
              <a:t>Quarto </a:t>
            </a:r>
            <a:r>
              <a:rPr lang="en-GB" noProof="0" err="1"/>
              <a:t>livello</a:t>
            </a:r>
            <a:endParaRPr lang="en-GB" noProof="0"/>
          </a:p>
        </p:txBody>
      </p:sp>
      <p:sp>
        <p:nvSpPr>
          <p:cNvPr id="12" name="Segnaposto testo 7"/>
          <p:cNvSpPr>
            <a:spLocks noGrp="1"/>
          </p:cNvSpPr>
          <p:nvPr>
            <p:ph type="body" sz="quarter" idx="11"/>
          </p:nvPr>
        </p:nvSpPr>
        <p:spPr>
          <a:xfrm>
            <a:off x="1904971" y="-1"/>
            <a:ext cx="10224751" cy="1059983"/>
          </a:xfrm>
          <a:prstGeom prst="rect">
            <a:avLst/>
          </a:prstGeom>
        </p:spPr>
        <p:txBody>
          <a:bodyPr anchor="b" anchorCtr="0"/>
          <a:lstStyle>
            <a:lvl1pPr algn="r">
              <a:buNone/>
              <a:defRPr lang="it-IT" sz="4800" b="1" kern="1200" baseline="0" noProof="0" dirty="0" smtClean="0">
                <a:solidFill>
                  <a:srgbClr val="2947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0" name="Segnaposto testo 17"/>
          <p:cNvSpPr>
            <a:spLocks noGrp="1"/>
          </p:cNvSpPr>
          <p:nvPr>
            <p:ph type="body" sz="quarter" idx="10"/>
          </p:nvPr>
        </p:nvSpPr>
        <p:spPr>
          <a:xfrm>
            <a:off x="3451781" y="1102451"/>
            <a:ext cx="8692891" cy="21431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>
              <a:buNone/>
              <a:defRPr sz="1400" i="0">
                <a:solidFill>
                  <a:schemeClr val="bg1"/>
                </a:solidFill>
              </a:defRPr>
            </a:lvl1pPr>
          </a:lstStyle>
          <a:p>
            <a:pPr lvl="0"/>
            <a:endParaRPr lang="en-GB" noProof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7A5E26A-2363-1243-9DB4-8CE19A2439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3692"/>
            <a:ext cx="1583499" cy="137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57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22659" y="0"/>
            <a:ext cx="1169340" cy="10599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Line 104"/>
          <p:cNvSpPr>
            <a:spLocks noChangeShapeType="1"/>
          </p:cNvSpPr>
          <p:nvPr userDrawn="1"/>
        </p:nvSpPr>
        <p:spPr bwMode="auto">
          <a:xfrm>
            <a:off x="1632683" y="1220755"/>
            <a:ext cx="10560000" cy="0"/>
          </a:xfrm>
          <a:prstGeom prst="line">
            <a:avLst/>
          </a:prstGeom>
          <a:noFill/>
          <a:ln w="228600">
            <a:solidFill>
              <a:srgbClr val="FF7D79"/>
            </a:solidFill>
            <a:round/>
            <a:headEnd/>
            <a:tailEnd/>
          </a:ln>
          <a:effectLst/>
        </p:spPr>
        <p:txBody>
          <a:bodyPr/>
          <a:lstStyle/>
          <a:p>
            <a:endParaRPr lang="it-IT" sz="1800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0" y="1359235"/>
            <a:ext cx="12192000" cy="51058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457393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venir Next" panose="020B0503020202020204" pitchFamily="34" charset="0"/>
              </a:defRPr>
            </a:lvl1pPr>
            <a:lvl2pPr>
              <a:buClr>
                <a:srgbClr val="B00843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venir Next" panose="020B0503020202020204" pitchFamily="34" charset="0"/>
              </a:defRPr>
            </a:lvl2pPr>
            <a:lvl3pPr>
              <a:buClr>
                <a:srgbClr val="29475F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Avenir Next" panose="020B0503020202020204" pitchFamily="34" charset="0"/>
              </a:defRPr>
            </a:lvl3pPr>
            <a:lvl4pPr>
              <a:buClr>
                <a:srgbClr val="CBC9C6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venir Next" panose="020B0503020202020204" pitchFamily="34" charset="0"/>
              </a:defRPr>
            </a:lvl4pPr>
            <a:lvl5pPr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>
                <a:solidFill>
                  <a:srgbClr val="29475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noProof="0"/>
              <a:t>Fare </a:t>
            </a:r>
            <a:r>
              <a:rPr lang="en-GB" noProof="0" err="1"/>
              <a:t>clic</a:t>
            </a:r>
            <a:r>
              <a:rPr lang="en-GB" noProof="0"/>
              <a:t> per </a:t>
            </a:r>
            <a:r>
              <a:rPr lang="en-GB" noProof="0" err="1"/>
              <a:t>modificare</a:t>
            </a:r>
            <a:r>
              <a:rPr lang="en-GB" noProof="0"/>
              <a:t> </a:t>
            </a:r>
            <a:r>
              <a:rPr lang="en-GB" noProof="0" err="1"/>
              <a:t>stili</a:t>
            </a:r>
            <a:r>
              <a:rPr lang="en-GB" noProof="0"/>
              <a:t> del </a:t>
            </a:r>
            <a:r>
              <a:rPr lang="en-GB" noProof="0" err="1"/>
              <a:t>testo</a:t>
            </a:r>
            <a:r>
              <a:rPr lang="en-GB" noProof="0"/>
              <a:t> </a:t>
            </a:r>
            <a:r>
              <a:rPr lang="en-GB" noProof="0" err="1"/>
              <a:t>dello</a:t>
            </a:r>
            <a:r>
              <a:rPr lang="en-GB" noProof="0"/>
              <a:t> schema</a:t>
            </a:r>
          </a:p>
          <a:p>
            <a:pPr lvl="1"/>
            <a:r>
              <a:rPr lang="en-GB" noProof="0" err="1"/>
              <a:t>Secondo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2"/>
            <a:r>
              <a:rPr lang="en-GB" noProof="0" err="1"/>
              <a:t>Terzo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3"/>
            <a:r>
              <a:rPr lang="en-GB" noProof="0"/>
              <a:t>Quarto </a:t>
            </a:r>
            <a:r>
              <a:rPr lang="en-GB" noProof="0" err="1"/>
              <a:t>livello</a:t>
            </a:r>
            <a:endParaRPr lang="en-GB" noProof="0"/>
          </a:p>
        </p:txBody>
      </p:sp>
      <p:sp>
        <p:nvSpPr>
          <p:cNvPr id="12" name="Segnaposto testo 7"/>
          <p:cNvSpPr>
            <a:spLocks noGrp="1"/>
          </p:cNvSpPr>
          <p:nvPr>
            <p:ph type="body" sz="quarter" idx="11"/>
          </p:nvPr>
        </p:nvSpPr>
        <p:spPr>
          <a:xfrm>
            <a:off x="1904971" y="-1"/>
            <a:ext cx="10224751" cy="1059983"/>
          </a:xfrm>
          <a:prstGeom prst="rect">
            <a:avLst/>
          </a:prstGeom>
        </p:spPr>
        <p:txBody>
          <a:bodyPr anchor="b" anchorCtr="0"/>
          <a:lstStyle>
            <a:lvl1pPr algn="r">
              <a:buNone/>
              <a:defRPr lang="it-IT" sz="4800" b="1" kern="1200" baseline="0" noProof="0" dirty="0" smtClean="0">
                <a:solidFill>
                  <a:srgbClr val="2947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0" name="Segnaposto testo 17"/>
          <p:cNvSpPr>
            <a:spLocks noGrp="1"/>
          </p:cNvSpPr>
          <p:nvPr>
            <p:ph type="body" sz="quarter" idx="10"/>
          </p:nvPr>
        </p:nvSpPr>
        <p:spPr>
          <a:xfrm>
            <a:off x="3451781" y="1102451"/>
            <a:ext cx="8692891" cy="21431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>
              <a:buNone/>
              <a:defRPr sz="1400" i="0">
                <a:solidFill>
                  <a:schemeClr val="bg1"/>
                </a:solidFill>
              </a:defRPr>
            </a:lvl1pPr>
          </a:lstStyle>
          <a:p>
            <a:pPr lvl="0"/>
            <a:endParaRPr lang="en-GB" noProof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7A5E26A-2363-1243-9DB4-8CE19A2439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3692"/>
            <a:ext cx="1583499" cy="137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29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22659" y="0"/>
            <a:ext cx="1169340" cy="10599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Line 104"/>
          <p:cNvSpPr>
            <a:spLocks noChangeShapeType="1"/>
          </p:cNvSpPr>
          <p:nvPr userDrawn="1"/>
        </p:nvSpPr>
        <p:spPr bwMode="auto">
          <a:xfrm>
            <a:off x="1632683" y="1220755"/>
            <a:ext cx="10560000" cy="0"/>
          </a:xfrm>
          <a:prstGeom prst="line">
            <a:avLst/>
          </a:prstGeom>
          <a:noFill/>
          <a:ln w="228600">
            <a:solidFill>
              <a:srgbClr val="FF7D79"/>
            </a:solidFill>
            <a:round/>
            <a:headEnd/>
            <a:tailEnd/>
          </a:ln>
          <a:effectLst/>
        </p:spPr>
        <p:txBody>
          <a:bodyPr/>
          <a:lstStyle/>
          <a:p>
            <a:endParaRPr lang="it-IT" sz="1800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0" y="1359235"/>
            <a:ext cx="12192000" cy="51058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457393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venir Next" panose="020B0503020202020204" pitchFamily="34" charset="0"/>
              </a:defRPr>
            </a:lvl1pPr>
            <a:lvl2pPr>
              <a:buClr>
                <a:srgbClr val="B00843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venir Next" panose="020B0503020202020204" pitchFamily="34" charset="0"/>
              </a:defRPr>
            </a:lvl2pPr>
            <a:lvl3pPr>
              <a:buClr>
                <a:srgbClr val="29475F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Avenir Next" panose="020B0503020202020204" pitchFamily="34" charset="0"/>
              </a:defRPr>
            </a:lvl3pPr>
            <a:lvl4pPr>
              <a:buClr>
                <a:srgbClr val="CBC9C6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venir Next" panose="020B0503020202020204" pitchFamily="34" charset="0"/>
              </a:defRPr>
            </a:lvl4pPr>
            <a:lvl5pPr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>
                <a:solidFill>
                  <a:srgbClr val="29475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noProof="0"/>
              <a:t>Fare </a:t>
            </a:r>
            <a:r>
              <a:rPr lang="en-GB" noProof="0" err="1"/>
              <a:t>clic</a:t>
            </a:r>
            <a:r>
              <a:rPr lang="en-GB" noProof="0"/>
              <a:t> per </a:t>
            </a:r>
            <a:r>
              <a:rPr lang="en-GB" noProof="0" err="1"/>
              <a:t>modificare</a:t>
            </a:r>
            <a:r>
              <a:rPr lang="en-GB" noProof="0"/>
              <a:t> </a:t>
            </a:r>
            <a:r>
              <a:rPr lang="en-GB" noProof="0" err="1"/>
              <a:t>stili</a:t>
            </a:r>
            <a:r>
              <a:rPr lang="en-GB" noProof="0"/>
              <a:t> del </a:t>
            </a:r>
            <a:r>
              <a:rPr lang="en-GB" noProof="0" err="1"/>
              <a:t>testo</a:t>
            </a:r>
            <a:r>
              <a:rPr lang="en-GB" noProof="0"/>
              <a:t> </a:t>
            </a:r>
            <a:r>
              <a:rPr lang="en-GB" noProof="0" err="1"/>
              <a:t>dello</a:t>
            </a:r>
            <a:r>
              <a:rPr lang="en-GB" noProof="0"/>
              <a:t> schema</a:t>
            </a:r>
          </a:p>
          <a:p>
            <a:pPr lvl="1"/>
            <a:r>
              <a:rPr lang="en-GB" noProof="0" err="1"/>
              <a:t>Secondo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2"/>
            <a:r>
              <a:rPr lang="en-GB" noProof="0" err="1"/>
              <a:t>Terzo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3"/>
            <a:r>
              <a:rPr lang="en-GB" noProof="0"/>
              <a:t>Quarto </a:t>
            </a:r>
            <a:r>
              <a:rPr lang="en-GB" noProof="0" err="1"/>
              <a:t>livello</a:t>
            </a:r>
            <a:endParaRPr lang="en-GB" noProof="0"/>
          </a:p>
        </p:txBody>
      </p:sp>
      <p:sp>
        <p:nvSpPr>
          <p:cNvPr id="12" name="Segnaposto testo 7"/>
          <p:cNvSpPr>
            <a:spLocks noGrp="1"/>
          </p:cNvSpPr>
          <p:nvPr>
            <p:ph type="body" sz="quarter" idx="11"/>
          </p:nvPr>
        </p:nvSpPr>
        <p:spPr>
          <a:xfrm>
            <a:off x="1904971" y="-1"/>
            <a:ext cx="10224751" cy="1059983"/>
          </a:xfrm>
          <a:prstGeom prst="rect">
            <a:avLst/>
          </a:prstGeom>
        </p:spPr>
        <p:txBody>
          <a:bodyPr anchor="b" anchorCtr="0"/>
          <a:lstStyle>
            <a:lvl1pPr algn="r">
              <a:buNone/>
              <a:defRPr lang="it-IT" sz="4800" b="1" kern="1200" baseline="0" noProof="0" dirty="0" smtClean="0">
                <a:solidFill>
                  <a:srgbClr val="2947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0" name="Segnaposto testo 17"/>
          <p:cNvSpPr>
            <a:spLocks noGrp="1"/>
          </p:cNvSpPr>
          <p:nvPr>
            <p:ph type="body" sz="quarter" idx="10"/>
          </p:nvPr>
        </p:nvSpPr>
        <p:spPr>
          <a:xfrm>
            <a:off x="3451781" y="1102451"/>
            <a:ext cx="8692891" cy="21431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>
              <a:buNone/>
              <a:defRPr sz="1400" i="0">
                <a:solidFill>
                  <a:schemeClr val="bg1"/>
                </a:solidFill>
              </a:defRPr>
            </a:lvl1pPr>
          </a:lstStyle>
          <a:p>
            <a:pPr lvl="0"/>
            <a:endParaRPr lang="en-GB" noProof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7A5E26A-2363-1243-9DB4-8CE19A2439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3692"/>
            <a:ext cx="1583499" cy="137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337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22659" y="0"/>
            <a:ext cx="1169340" cy="10599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Line 104"/>
          <p:cNvSpPr>
            <a:spLocks noChangeShapeType="1"/>
          </p:cNvSpPr>
          <p:nvPr userDrawn="1"/>
        </p:nvSpPr>
        <p:spPr bwMode="auto">
          <a:xfrm>
            <a:off x="1632683" y="1220755"/>
            <a:ext cx="10560000" cy="0"/>
          </a:xfrm>
          <a:prstGeom prst="line">
            <a:avLst/>
          </a:prstGeom>
          <a:noFill/>
          <a:ln w="228600">
            <a:solidFill>
              <a:srgbClr val="FF7D79"/>
            </a:solidFill>
            <a:round/>
            <a:headEnd/>
            <a:tailEnd/>
          </a:ln>
          <a:effectLst/>
        </p:spPr>
        <p:txBody>
          <a:bodyPr/>
          <a:lstStyle/>
          <a:p>
            <a:endParaRPr lang="it-IT" sz="1800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0" y="1359235"/>
            <a:ext cx="12192000" cy="51058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457393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venir Next" panose="020B0503020202020204" pitchFamily="34" charset="0"/>
              </a:defRPr>
            </a:lvl1pPr>
            <a:lvl2pPr>
              <a:buClr>
                <a:srgbClr val="B00843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venir Next" panose="020B0503020202020204" pitchFamily="34" charset="0"/>
              </a:defRPr>
            </a:lvl2pPr>
            <a:lvl3pPr>
              <a:buClr>
                <a:srgbClr val="29475F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Avenir Next" panose="020B0503020202020204" pitchFamily="34" charset="0"/>
              </a:defRPr>
            </a:lvl3pPr>
            <a:lvl4pPr>
              <a:buClr>
                <a:srgbClr val="CBC9C6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venir Next" panose="020B0503020202020204" pitchFamily="34" charset="0"/>
              </a:defRPr>
            </a:lvl4pPr>
            <a:lvl5pPr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>
                <a:solidFill>
                  <a:srgbClr val="29475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noProof="0"/>
              <a:t>Fare </a:t>
            </a:r>
            <a:r>
              <a:rPr lang="en-GB" noProof="0" err="1"/>
              <a:t>clic</a:t>
            </a:r>
            <a:r>
              <a:rPr lang="en-GB" noProof="0"/>
              <a:t> per </a:t>
            </a:r>
            <a:r>
              <a:rPr lang="en-GB" noProof="0" err="1"/>
              <a:t>modificare</a:t>
            </a:r>
            <a:r>
              <a:rPr lang="en-GB" noProof="0"/>
              <a:t> </a:t>
            </a:r>
            <a:r>
              <a:rPr lang="en-GB" noProof="0" err="1"/>
              <a:t>stili</a:t>
            </a:r>
            <a:r>
              <a:rPr lang="en-GB" noProof="0"/>
              <a:t> del </a:t>
            </a:r>
            <a:r>
              <a:rPr lang="en-GB" noProof="0" err="1"/>
              <a:t>testo</a:t>
            </a:r>
            <a:r>
              <a:rPr lang="en-GB" noProof="0"/>
              <a:t> </a:t>
            </a:r>
            <a:r>
              <a:rPr lang="en-GB" noProof="0" err="1"/>
              <a:t>dello</a:t>
            </a:r>
            <a:r>
              <a:rPr lang="en-GB" noProof="0"/>
              <a:t> schema</a:t>
            </a:r>
          </a:p>
          <a:p>
            <a:pPr lvl="1"/>
            <a:r>
              <a:rPr lang="en-GB" noProof="0" err="1"/>
              <a:t>Secondo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2"/>
            <a:r>
              <a:rPr lang="en-GB" noProof="0" err="1"/>
              <a:t>Terzo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3"/>
            <a:r>
              <a:rPr lang="en-GB" noProof="0"/>
              <a:t>Quarto </a:t>
            </a:r>
            <a:r>
              <a:rPr lang="en-GB" noProof="0" err="1"/>
              <a:t>livello</a:t>
            </a:r>
            <a:endParaRPr lang="en-GB" noProof="0"/>
          </a:p>
        </p:txBody>
      </p:sp>
      <p:sp>
        <p:nvSpPr>
          <p:cNvPr id="12" name="Segnaposto testo 7"/>
          <p:cNvSpPr>
            <a:spLocks noGrp="1"/>
          </p:cNvSpPr>
          <p:nvPr>
            <p:ph type="body" sz="quarter" idx="11"/>
          </p:nvPr>
        </p:nvSpPr>
        <p:spPr>
          <a:xfrm>
            <a:off x="1904971" y="-1"/>
            <a:ext cx="10224751" cy="1059983"/>
          </a:xfrm>
          <a:prstGeom prst="rect">
            <a:avLst/>
          </a:prstGeom>
        </p:spPr>
        <p:txBody>
          <a:bodyPr anchor="b" anchorCtr="0"/>
          <a:lstStyle>
            <a:lvl1pPr algn="r">
              <a:buNone/>
              <a:defRPr lang="it-IT" sz="4800" b="1" kern="1200" baseline="0" noProof="0" dirty="0" smtClean="0">
                <a:solidFill>
                  <a:srgbClr val="2947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0" name="Segnaposto testo 17"/>
          <p:cNvSpPr>
            <a:spLocks noGrp="1"/>
          </p:cNvSpPr>
          <p:nvPr>
            <p:ph type="body" sz="quarter" idx="10"/>
          </p:nvPr>
        </p:nvSpPr>
        <p:spPr>
          <a:xfrm>
            <a:off x="3451781" y="1102451"/>
            <a:ext cx="8692891" cy="21431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>
              <a:buNone/>
              <a:defRPr sz="1400" i="0">
                <a:solidFill>
                  <a:schemeClr val="bg1"/>
                </a:solidFill>
              </a:defRPr>
            </a:lvl1pPr>
          </a:lstStyle>
          <a:p>
            <a:pPr lvl="0"/>
            <a:endParaRPr lang="en-GB" noProof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7A5E26A-2363-1243-9DB4-8CE19A2439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3692"/>
            <a:ext cx="1583499" cy="137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396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22659" y="0"/>
            <a:ext cx="1169340" cy="10599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Line 104"/>
          <p:cNvSpPr>
            <a:spLocks noChangeShapeType="1"/>
          </p:cNvSpPr>
          <p:nvPr userDrawn="1"/>
        </p:nvSpPr>
        <p:spPr bwMode="auto">
          <a:xfrm>
            <a:off x="1632683" y="1220755"/>
            <a:ext cx="10560000" cy="0"/>
          </a:xfrm>
          <a:prstGeom prst="line">
            <a:avLst/>
          </a:prstGeom>
          <a:noFill/>
          <a:ln w="228600">
            <a:solidFill>
              <a:srgbClr val="FF7D79"/>
            </a:solidFill>
            <a:round/>
            <a:headEnd/>
            <a:tailEnd/>
          </a:ln>
          <a:effectLst/>
        </p:spPr>
        <p:txBody>
          <a:bodyPr/>
          <a:lstStyle/>
          <a:p>
            <a:endParaRPr lang="it-IT" sz="1800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0" y="1359235"/>
            <a:ext cx="12192000" cy="51058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457393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venir Next" panose="020B0503020202020204" pitchFamily="34" charset="0"/>
              </a:defRPr>
            </a:lvl1pPr>
            <a:lvl2pPr>
              <a:buClr>
                <a:srgbClr val="B00843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venir Next" panose="020B0503020202020204" pitchFamily="34" charset="0"/>
              </a:defRPr>
            </a:lvl2pPr>
            <a:lvl3pPr>
              <a:buClr>
                <a:srgbClr val="29475F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Avenir Next" panose="020B0503020202020204" pitchFamily="34" charset="0"/>
              </a:defRPr>
            </a:lvl3pPr>
            <a:lvl4pPr>
              <a:buClr>
                <a:srgbClr val="CBC9C6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venir Next" panose="020B0503020202020204" pitchFamily="34" charset="0"/>
              </a:defRPr>
            </a:lvl4pPr>
            <a:lvl5pPr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>
                <a:solidFill>
                  <a:srgbClr val="29475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noProof="0"/>
              <a:t>Fare </a:t>
            </a:r>
            <a:r>
              <a:rPr lang="en-GB" noProof="0" err="1"/>
              <a:t>clic</a:t>
            </a:r>
            <a:r>
              <a:rPr lang="en-GB" noProof="0"/>
              <a:t> per </a:t>
            </a:r>
            <a:r>
              <a:rPr lang="en-GB" noProof="0" err="1"/>
              <a:t>modificare</a:t>
            </a:r>
            <a:r>
              <a:rPr lang="en-GB" noProof="0"/>
              <a:t> </a:t>
            </a:r>
            <a:r>
              <a:rPr lang="en-GB" noProof="0" err="1"/>
              <a:t>stili</a:t>
            </a:r>
            <a:r>
              <a:rPr lang="en-GB" noProof="0"/>
              <a:t> del </a:t>
            </a:r>
            <a:r>
              <a:rPr lang="en-GB" noProof="0" err="1"/>
              <a:t>testo</a:t>
            </a:r>
            <a:r>
              <a:rPr lang="en-GB" noProof="0"/>
              <a:t> </a:t>
            </a:r>
            <a:r>
              <a:rPr lang="en-GB" noProof="0" err="1"/>
              <a:t>dello</a:t>
            </a:r>
            <a:r>
              <a:rPr lang="en-GB" noProof="0"/>
              <a:t> schema</a:t>
            </a:r>
          </a:p>
          <a:p>
            <a:pPr lvl="1"/>
            <a:r>
              <a:rPr lang="en-GB" noProof="0" err="1"/>
              <a:t>Secondo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2"/>
            <a:r>
              <a:rPr lang="en-GB" noProof="0" err="1"/>
              <a:t>Terzo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3"/>
            <a:r>
              <a:rPr lang="en-GB" noProof="0"/>
              <a:t>Quarto </a:t>
            </a:r>
            <a:r>
              <a:rPr lang="en-GB" noProof="0" err="1"/>
              <a:t>livello</a:t>
            </a:r>
            <a:endParaRPr lang="en-GB" noProof="0"/>
          </a:p>
        </p:txBody>
      </p:sp>
      <p:sp>
        <p:nvSpPr>
          <p:cNvPr id="12" name="Segnaposto testo 7"/>
          <p:cNvSpPr>
            <a:spLocks noGrp="1"/>
          </p:cNvSpPr>
          <p:nvPr>
            <p:ph type="body" sz="quarter" idx="11"/>
          </p:nvPr>
        </p:nvSpPr>
        <p:spPr>
          <a:xfrm>
            <a:off x="1904971" y="-1"/>
            <a:ext cx="10224751" cy="1059983"/>
          </a:xfrm>
          <a:prstGeom prst="rect">
            <a:avLst/>
          </a:prstGeom>
        </p:spPr>
        <p:txBody>
          <a:bodyPr anchor="b" anchorCtr="0"/>
          <a:lstStyle>
            <a:lvl1pPr algn="r">
              <a:buNone/>
              <a:defRPr lang="it-IT" sz="4800" b="1" kern="1200" baseline="0" noProof="0" dirty="0" smtClean="0">
                <a:solidFill>
                  <a:srgbClr val="2947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0" name="Segnaposto testo 17"/>
          <p:cNvSpPr>
            <a:spLocks noGrp="1"/>
          </p:cNvSpPr>
          <p:nvPr>
            <p:ph type="body" sz="quarter" idx="10"/>
          </p:nvPr>
        </p:nvSpPr>
        <p:spPr>
          <a:xfrm>
            <a:off x="3451781" y="1102451"/>
            <a:ext cx="8692891" cy="21431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>
              <a:buNone/>
              <a:defRPr sz="1400" i="0">
                <a:solidFill>
                  <a:schemeClr val="bg1"/>
                </a:solidFill>
              </a:defRPr>
            </a:lvl1pPr>
          </a:lstStyle>
          <a:p>
            <a:pPr lvl="0"/>
            <a:endParaRPr lang="en-GB" noProof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7A5E26A-2363-1243-9DB4-8CE19A2439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3692"/>
            <a:ext cx="1583499" cy="137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18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35520" y="1714560"/>
            <a:ext cx="11520960" cy="126528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it-IT" sz="2400" b="0" strike="noStrike" spc="-1">
                <a:solidFill>
                  <a:srgbClr val="000000"/>
                </a:solidFill>
                <a:latin typeface="Calibri"/>
              </a:rPr>
              <a:t>Fare clic per modificare stile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it-IT" sz="4267" b="0" strike="noStrike" spc="-1">
                <a:latin typeface="Arial"/>
              </a:rPr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388629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0" y="1177602"/>
            <a:ext cx="12192000" cy="5287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457393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>
              <a:buClr>
                <a:srgbClr val="B00843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>
              <a:buClr>
                <a:srgbClr val="29475F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>
              <a:buClr>
                <a:srgbClr val="CBC9C6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>
                <a:solidFill>
                  <a:srgbClr val="29475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noProof="0"/>
              <a:t>Fare </a:t>
            </a:r>
            <a:r>
              <a:rPr lang="en-GB" noProof="0" err="1"/>
              <a:t>clic</a:t>
            </a:r>
            <a:r>
              <a:rPr lang="en-GB" noProof="0"/>
              <a:t> per </a:t>
            </a:r>
            <a:r>
              <a:rPr lang="en-GB" noProof="0" err="1"/>
              <a:t>modificare</a:t>
            </a:r>
            <a:r>
              <a:rPr lang="en-GB" noProof="0"/>
              <a:t> </a:t>
            </a:r>
            <a:r>
              <a:rPr lang="en-GB" noProof="0" err="1"/>
              <a:t>stili</a:t>
            </a:r>
            <a:r>
              <a:rPr lang="en-GB" noProof="0"/>
              <a:t> del </a:t>
            </a:r>
            <a:r>
              <a:rPr lang="en-GB" noProof="0" err="1"/>
              <a:t>testo</a:t>
            </a:r>
            <a:r>
              <a:rPr lang="en-GB" noProof="0"/>
              <a:t> </a:t>
            </a:r>
            <a:r>
              <a:rPr lang="en-GB" noProof="0" err="1"/>
              <a:t>dello</a:t>
            </a:r>
            <a:r>
              <a:rPr lang="en-GB" noProof="0"/>
              <a:t> schema</a:t>
            </a:r>
          </a:p>
          <a:p>
            <a:pPr lvl="1"/>
            <a:r>
              <a:rPr lang="en-GB" noProof="0" err="1"/>
              <a:t>Secondo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2"/>
            <a:r>
              <a:rPr lang="en-GB" noProof="0" err="1"/>
              <a:t>Terzo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3"/>
            <a:r>
              <a:rPr lang="en-GB" noProof="0"/>
              <a:t>Quarto </a:t>
            </a:r>
            <a:r>
              <a:rPr lang="en-GB" noProof="0" err="1"/>
              <a:t>livello</a:t>
            </a:r>
            <a:endParaRPr lang="en-GB" noProof="0"/>
          </a:p>
        </p:txBody>
      </p:sp>
      <p:sp>
        <p:nvSpPr>
          <p:cNvPr id="12" name="Segnaposto testo 7"/>
          <p:cNvSpPr>
            <a:spLocks noGrp="1"/>
          </p:cNvSpPr>
          <p:nvPr>
            <p:ph type="body" sz="quarter" idx="11"/>
          </p:nvPr>
        </p:nvSpPr>
        <p:spPr>
          <a:xfrm>
            <a:off x="1904971" y="51873"/>
            <a:ext cx="10224751" cy="67354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r">
              <a:buNone/>
              <a:defRPr lang="it-IT" sz="3467" kern="1200" baseline="0" noProof="0" dirty="0" smtClean="0">
                <a:solidFill>
                  <a:srgbClr val="2947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10" name="Segnaposto testo 17"/>
          <p:cNvSpPr>
            <a:spLocks noGrp="1"/>
          </p:cNvSpPr>
          <p:nvPr>
            <p:ph type="body" sz="quarter" idx="10"/>
          </p:nvPr>
        </p:nvSpPr>
        <p:spPr>
          <a:xfrm>
            <a:off x="3355771" y="740701"/>
            <a:ext cx="8692891" cy="21431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>
              <a:buNone/>
              <a:defRPr sz="1400" i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</a:lstStyle>
          <a:p>
            <a:pPr lvl="0"/>
            <a:r>
              <a:rPr lang="it-IT" noProof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15487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0" y="1177602"/>
            <a:ext cx="12192000" cy="5287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457393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>
              <a:buClr>
                <a:srgbClr val="B00843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>
              <a:buClr>
                <a:srgbClr val="29475F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>
              <a:buClr>
                <a:srgbClr val="CBC9C6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>
                <a:solidFill>
                  <a:srgbClr val="29475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noProof="0"/>
              <a:t>Fare </a:t>
            </a:r>
            <a:r>
              <a:rPr lang="en-GB" noProof="0" err="1"/>
              <a:t>clic</a:t>
            </a:r>
            <a:r>
              <a:rPr lang="en-GB" noProof="0"/>
              <a:t> per </a:t>
            </a:r>
            <a:r>
              <a:rPr lang="en-GB" noProof="0" err="1"/>
              <a:t>modificare</a:t>
            </a:r>
            <a:r>
              <a:rPr lang="en-GB" noProof="0"/>
              <a:t> </a:t>
            </a:r>
            <a:r>
              <a:rPr lang="en-GB" noProof="0" err="1"/>
              <a:t>stili</a:t>
            </a:r>
            <a:r>
              <a:rPr lang="en-GB" noProof="0"/>
              <a:t> del </a:t>
            </a:r>
            <a:r>
              <a:rPr lang="en-GB" noProof="0" err="1"/>
              <a:t>testo</a:t>
            </a:r>
            <a:r>
              <a:rPr lang="en-GB" noProof="0"/>
              <a:t> </a:t>
            </a:r>
            <a:r>
              <a:rPr lang="en-GB" noProof="0" err="1"/>
              <a:t>dello</a:t>
            </a:r>
            <a:r>
              <a:rPr lang="en-GB" noProof="0"/>
              <a:t> schema</a:t>
            </a:r>
          </a:p>
          <a:p>
            <a:pPr lvl="1"/>
            <a:r>
              <a:rPr lang="en-GB" noProof="0" err="1"/>
              <a:t>Secondo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2"/>
            <a:r>
              <a:rPr lang="en-GB" noProof="0" err="1"/>
              <a:t>Terzo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3"/>
            <a:r>
              <a:rPr lang="en-GB" noProof="0"/>
              <a:t>Quarto </a:t>
            </a:r>
            <a:r>
              <a:rPr lang="en-GB" noProof="0" err="1"/>
              <a:t>livello</a:t>
            </a:r>
            <a:endParaRPr lang="en-GB" noProof="0"/>
          </a:p>
        </p:txBody>
      </p:sp>
      <p:sp>
        <p:nvSpPr>
          <p:cNvPr id="12" name="Segnaposto testo 7"/>
          <p:cNvSpPr>
            <a:spLocks noGrp="1"/>
          </p:cNvSpPr>
          <p:nvPr>
            <p:ph type="body" sz="quarter" idx="11"/>
          </p:nvPr>
        </p:nvSpPr>
        <p:spPr>
          <a:xfrm>
            <a:off x="1904971" y="51873"/>
            <a:ext cx="10224751" cy="67354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r">
              <a:buNone/>
              <a:defRPr lang="it-IT" sz="3467" kern="1200" baseline="0" noProof="0" dirty="0" smtClean="0">
                <a:solidFill>
                  <a:srgbClr val="2947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10" name="Segnaposto testo 17"/>
          <p:cNvSpPr>
            <a:spLocks noGrp="1"/>
          </p:cNvSpPr>
          <p:nvPr>
            <p:ph type="body" sz="quarter" idx="10"/>
          </p:nvPr>
        </p:nvSpPr>
        <p:spPr>
          <a:xfrm>
            <a:off x="3355771" y="740701"/>
            <a:ext cx="8692891" cy="21431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>
              <a:buNone/>
              <a:defRPr sz="1400" i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</a:lstStyle>
          <a:p>
            <a:pPr lvl="0"/>
            <a:r>
              <a:rPr lang="it-IT" noProof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64532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0" y="1177602"/>
            <a:ext cx="12192000" cy="5287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457393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>
              <a:buClr>
                <a:srgbClr val="B00843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>
              <a:buClr>
                <a:srgbClr val="29475F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>
              <a:buClr>
                <a:srgbClr val="CBC9C6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>
                <a:solidFill>
                  <a:srgbClr val="29475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noProof="0"/>
              <a:t>Fare </a:t>
            </a:r>
            <a:r>
              <a:rPr lang="en-GB" noProof="0" err="1"/>
              <a:t>clic</a:t>
            </a:r>
            <a:r>
              <a:rPr lang="en-GB" noProof="0"/>
              <a:t> per </a:t>
            </a:r>
            <a:r>
              <a:rPr lang="en-GB" noProof="0" err="1"/>
              <a:t>modificare</a:t>
            </a:r>
            <a:r>
              <a:rPr lang="en-GB" noProof="0"/>
              <a:t> </a:t>
            </a:r>
            <a:r>
              <a:rPr lang="en-GB" noProof="0" err="1"/>
              <a:t>stili</a:t>
            </a:r>
            <a:r>
              <a:rPr lang="en-GB" noProof="0"/>
              <a:t> del </a:t>
            </a:r>
            <a:r>
              <a:rPr lang="en-GB" noProof="0" err="1"/>
              <a:t>testo</a:t>
            </a:r>
            <a:r>
              <a:rPr lang="en-GB" noProof="0"/>
              <a:t> </a:t>
            </a:r>
            <a:r>
              <a:rPr lang="en-GB" noProof="0" err="1"/>
              <a:t>dello</a:t>
            </a:r>
            <a:r>
              <a:rPr lang="en-GB" noProof="0"/>
              <a:t> schema</a:t>
            </a:r>
          </a:p>
          <a:p>
            <a:pPr lvl="1"/>
            <a:r>
              <a:rPr lang="en-GB" noProof="0" err="1"/>
              <a:t>Secondo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2"/>
            <a:r>
              <a:rPr lang="en-GB" noProof="0" err="1"/>
              <a:t>Terzo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3"/>
            <a:r>
              <a:rPr lang="en-GB" noProof="0"/>
              <a:t>Quarto </a:t>
            </a:r>
            <a:r>
              <a:rPr lang="en-GB" noProof="0" err="1"/>
              <a:t>livello</a:t>
            </a:r>
            <a:endParaRPr lang="en-GB" noProof="0"/>
          </a:p>
        </p:txBody>
      </p:sp>
      <p:sp>
        <p:nvSpPr>
          <p:cNvPr id="12" name="Segnaposto testo 7"/>
          <p:cNvSpPr>
            <a:spLocks noGrp="1"/>
          </p:cNvSpPr>
          <p:nvPr>
            <p:ph type="body" sz="quarter" idx="11"/>
          </p:nvPr>
        </p:nvSpPr>
        <p:spPr>
          <a:xfrm>
            <a:off x="1904971" y="51873"/>
            <a:ext cx="10224751" cy="67354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r">
              <a:buNone/>
              <a:defRPr lang="it-IT" sz="3467" kern="1200" baseline="0" noProof="0" dirty="0" smtClean="0">
                <a:solidFill>
                  <a:srgbClr val="2947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10" name="Segnaposto testo 17"/>
          <p:cNvSpPr>
            <a:spLocks noGrp="1"/>
          </p:cNvSpPr>
          <p:nvPr>
            <p:ph type="body" sz="quarter" idx="10"/>
          </p:nvPr>
        </p:nvSpPr>
        <p:spPr>
          <a:xfrm>
            <a:off x="3355771" y="740701"/>
            <a:ext cx="8692891" cy="21431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>
              <a:buNone/>
              <a:defRPr sz="1400" i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</a:lstStyle>
          <a:p>
            <a:pPr lvl="0"/>
            <a:r>
              <a:rPr lang="it-IT" noProof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80778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0" y="1177602"/>
            <a:ext cx="12192000" cy="52875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457393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>
              <a:buClr>
                <a:srgbClr val="B00843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>
              <a:buClr>
                <a:srgbClr val="29475F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>
              <a:buClr>
                <a:srgbClr val="CBC9C6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>
                <a:solidFill>
                  <a:srgbClr val="29475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noProof="0"/>
              <a:t>Fare </a:t>
            </a:r>
            <a:r>
              <a:rPr lang="en-GB" noProof="0" err="1"/>
              <a:t>clic</a:t>
            </a:r>
            <a:r>
              <a:rPr lang="en-GB" noProof="0"/>
              <a:t> per </a:t>
            </a:r>
            <a:r>
              <a:rPr lang="en-GB" noProof="0" err="1"/>
              <a:t>modificare</a:t>
            </a:r>
            <a:r>
              <a:rPr lang="en-GB" noProof="0"/>
              <a:t> </a:t>
            </a:r>
            <a:r>
              <a:rPr lang="en-GB" noProof="0" err="1"/>
              <a:t>stili</a:t>
            </a:r>
            <a:r>
              <a:rPr lang="en-GB" noProof="0"/>
              <a:t> del </a:t>
            </a:r>
            <a:r>
              <a:rPr lang="en-GB" noProof="0" err="1"/>
              <a:t>testo</a:t>
            </a:r>
            <a:r>
              <a:rPr lang="en-GB" noProof="0"/>
              <a:t> </a:t>
            </a:r>
            <a:r>
              <a:rPr lang="en-GB" noProof="0" err="1"/>
              <a:t>dello</a:t>
            </a:r>
            <a:r>
              <a:rPr lang="en-GB" noProof="0"/>
              <a:t> schema</a:t>
            </a:r>
          </a:p>
          <a:p>
            <a:pPr lvl="1"/>
            <a:r>
              <a:rPr lang="en-GB" noProof="0" err="1"/>
              <a:t>Secondo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2"/>
            <a:r>
              <a:rPr lang="en-GB" noProof="0" err="1"/>
              <a:t>Terzo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3"/>
            <a:r>
              <a:rPr lang="en-GB" noProof="0"/>
              <a:t>Quarto </a:t>
            </a:r>
            <a:r>
              <a:rPr lang="en-GB" noProof="0" err="1"/>
              <a:t>livello</a:t>
            </a:r>
            <a:endParaRPr lang="en-GB" noProof="0"/>
          </a:p>
        </p:txBody>
      </p:sp>
      <p:sp>
        <p:nvSpPr>
          <p:cNvPr id="12" name="Segnaposto testo 7"/>
          <p:cNvSpPr>
            <a:spLocks noGrp="1"/>
          </p:cNvSpPr>
          <p:nvPr>
            <p:ph type="body" sz="quarter" idx="11"/>
          </p:nvPr>
        </p:nvSpPr>
        <p:spPr>
          <a:xfrm>
            <a:off x="1904971" y="51873"/>
            <a:ext cx="10224751" cy="67354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r">
              <a:buNone/>
              <a:defRPr lang="it-IT" sz="3467" kern="1200" baseline="0" noProof="0" dirty="0" smtClean="0">
                <a:solidFill>
                  <a:srgbClr val="2947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10" name="Segnaposto testo 17"/>
          <p:cNvSpPr>
            <a:spLocks noGrp="1"/>
          </p:cNvSpPr>
          <p:nvPr>
            <p:ph type="body" sz="quarter" idx="10"/>
          </p:nvPr>
        </p:nvSpPr>
        <p:spPr>
          <a:xfrm>
            <a:off x="3355771" y="740701"/>
            <a:ext cx="8692891" cy="21431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>
              <a:buNone/>
              <a:defRPr sz="1400" i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</a:lstStyle>
          <a:p>
            <a:pPr lvl="0"/>
            <a:r>
              <a:rPr lang="it-IT" noProof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42236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22659" y="0"/>
            <a:ext cx="1169340" cy="10599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Line 104"/>
          <p:cNvSpPr>
            <a:spLocks noChangeShapeType="1"/>
          </p:cNvSpPr>
          <p:nvPr userDrawn="1"/>
        </p:nvSpPr>
        <p:spPr bwMode="auto">
          <a:xfrm>
            <a:off x="1632683" y="1220755"/>
            <a:ext cx="10560000" cy="0"/>
          </a:xfrm>
          <a:prstGeom prst="line">
            <a:avLst/>
          </a:prstGeom>
          <a:noFill/>
          <a:ln w="228600">
            <a:solidFill>
              <a:srgbClr val="E06E6E"/>
            </a:solidFill>
            <a:round/>
            <a:headEnd/>
            <a:tailEnd/>
          </a:ln>
          <a:effectLst/>
        </p:spPr>
        <p:txBody>
          <a:bodyPr/>
          <a:lstStyle/>
          <a:p>
            <a:endParaRPr lang="it-IT" sz="1800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0" y="1435070"/>
            <a:ext cx="12192000" cy="50300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457393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venir Next" panose="020B0503020202020204" pitchFamily="34" charset="0"/>
              </a:defRPr>
            </a:lvl1pPr>
            <a:lvl2pPr>
              <a:buClr>
                <a:srgbClr val="B00843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venir Next" panose="020B0503020202020204" pitchFamily="34" charset="0"/>
              </a:defRPr>
            </a:lvl2pPr>
            <a:lvl3pPr>
              <a:buClr>
                <a:srgbClr val="29475F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Avenir Next" panose="020B0503020202020204" pitchFamily="34" charset="0"/>
              </a:defRPr>
            </a:lvl3pPr>
            <a:lvl4pPr>
              <a:buClr>
                <a:srgbClr val="CBC9C6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venir Next" panose="020B0503020202020204" pitchFamily="34" charset="0"/>
              </a:defRPr>
            </a:lvl4pPr>
            <a:lvl5pPr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>
                <a:solidFill>
                  <a:srgbClr val="29475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noProof="0"/>
              <a:t>Fare </a:t>
            </a:r>
            <a:r>
              <a:rPr lang="en-GB" noProof="0" err="1"/>
              <a:t>clic</a:t>
            </a:r>
            <a:r>
              <a:rPr lang="en-GB" noProof="0"/>
              <a:t> per </a:t>
            </a:r>
            <a:r>
              <a:rPr lang="en-GB" noProof="0" err="1"/>
              <a:t>modificare</a:t>
            </a:r>
            <a:r>
              <a:rPr lang="en-GB" noProof="0"/>
              <a:t> </a:t>
            </a:r>
            <a:r>
              <a:rPr lang="en-GB" noProof="0" err="1"/>
              <a:t>stili</a:t>
            </a:r>
            <a:r>
              <a:rPr lang="en-GB" noProof="0"/>
              <a:t> del </a:t>
            </a:r>
            <a:r>
              <a:rPr lang="en-GB" noProof="0" err="1"/>
              <a:t>testo</a:t>
            </a:r>
            <a:r>
              <a:rPr lang="en-GB" noProof="0"/>
              <a:t> </a:t>
            </a:r>
            <a:r>
              <a:rPr lang="en-GB" noProof="0" err="1"/>
              <a:t>dello</a:t>
            </a:r>
            <a:r>
              <a:rPr lang="en-GB" noProof="0"/>
              <a:t> schema</a:t>
            </a:r>
          </a:p>
          <a:p>
            <a:pPr lvl="1"/>
            <a:r>
              <a:rPr lang="en-GB" noProof="0" err="1"/>
              <a:t>Secondo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2"/>
            <a:r>
              <a:rPr lang="en-GB" noProof="0" err="1"/>
              <a:t>Terzo</a:t>
            </a:r>
            <a:r>
              <a:rPr lang="en-GB" noProof="0"/>
              <a:t> </a:t>
            </a:r>
            <a:r>
              <a:rPr lang="en-GB" noProof="0" err="1"/>
              <a:t>livello</a:t>
            </a:r>
            <a:endParaRPr lang="en-GB" noProof="0"/>
          </a:p>
          <a:p>
            <a:pPr lvl="3"/>
            <a:r>
              <a:rPr lang="en-GB" noProof="0"/>
              <a:t>Quarto </a:t>
            </a:r>
            <a:r>
              <a:rPr lang="en-GB" noProof="0" err="1"/>
              <a:t>livello</a:t>
            </a:r>
            <a:endParaRPr lang="en-GB" noProof="0"/>
          </a:p>
        </p:txBody>
      </p:sp>
      <p:sp>
        <p:nvSpPr>
          <p:cNvPr id="12" name="Segnaposto testo 7"/>
          <p:cNvSpPr>
            <a:spLocks noGrp="1"/>
          </p:cNvSpPr>
          <p:nvPr>
            <p:ph type="body" sz="quarter" idx="11"/>
          </p:nvPr>
        </p:nvSpPr>
        <p:spPr>
          <a:xfrm>
            <a:off x="1904971" y="-1"/>
            <a:ext cx="10224751" cy="1059983"/>
          </a:xfrm>
          <a:prstGeom prst="rect">
            <a:avLst/>
          </a:prstGeom>
        </p:spPr>
        <p:txBody>
          <a:bodyPr anchor="b" anchorCtr="0"/>
          <a:lstStyle>
            <a:lvl1pPr algn="r">
              <a:buNone/>
              <a:defRPr lang="it-IT" sz="4800" b="1" i="0" kern="1200" baseline="0" noProof="0" dirty="0" smtClean="0">
                <a:solidFill>
                  <a:srgbClr val="2947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endParaRPr lang="en-GB" noProof="0"/>
          </a:p>
        </p:txBody>
      </p:sp>
      <p:sp>
        <p:nvSpPr>
          <p:cNvPr id="10" name="Segnaposto testo 17"/>
          <p:cNvSpPr>
            <a:spLocks noGrp="1"/>
          </p:cNvSpPr>
          <p:nvPr>
            <p:ph type="body" sz="quarter" idx="10"/>
          </p:nvPr>
        </p:nvSpPr>
        <p:spPr>
          <a:xfrm>
            <a:off x="3451781" y="1102451"/>
            <a:ext cx="8692891" cy="21431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>
              <a:buNone/>
              <a:defRPr sz="1400" i="0">
                <a:solidFill>
                  <a:schemeClr val="bg1"/>
                </a:solidFill>
              </a:defRPr>
            </a:lvl1pPr>
          </a:lstStyle>
          <a:p>
            <a:pPr lvl="0"/>
            <a:endParaRPr lang="en-GB" noProof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7A5E26A-2363-1243-9DB4-8CE19A2439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39850"/>
            <a:ext cx="1583499" cy="137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8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249F10E-F527-574A-9191-4C67419C7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16F963-F2B8-3242-B5B4-C88434AF5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F9F2D4-7F21-6042-B065-4A4EE62A5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E9812-AF3E-C449-909A-918558C654CE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353C80-213C-2242-BAB5-ED63FF359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FD2AA9-5EAE-E94C-9D81-12DA4B95B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8E415-3BEA-124E-8E4C-13814BC1D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5161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6295E7F-EA66-480B-B001-C8BE7CD61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0040" y="4892040"/>
            <a:ext cx="11548872" cy="1645920"/>
          </a:xfrm>
          <a:prstGeom prst="rect">
            <a:avLst/>
          </a:prstGeom>
          <a:solidFill>
            <a:srgbClr val="262626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magine 9" descr="Immagine che contiene tavolo, articoli, uomo, sedendo&#10;&#10;Descrizione generata automaticamente">
            <a:extLst>
              <a:ext uri="{FF2B5EF4-FFF2-40B4-BE49-F238E27FC236}">
                <a16:creationId xmlns:a16="http://schemas.microsoft.com/office/drawing/2014/main" id="{98750D4A-6741-2E4B-AC71-F4EC637F10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06" r="-1" b="447"/>
          <a:stretch/>
        </p:blipFill>
        <p:spPr>
          <a:xfrm>
            <a:off x="320040" y="320040"/>
            <a:ext cx="11548872" cy="446227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26E481-B945-4179-BD79-05E96E9B2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olo 6">
            <a:extLst>
              <a:ext uri="{FF2B5EF4-FFF2-40B4-BE49-F238E27FC236}">
                <a16:creationId xmlns:a16="http://schemas.microsoft.com/office/drawing/2014/main" id="{ADF1CFE1-28B9-4145-8E61-42D7AB3EF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686" y="5091762"/>
            <a:ext cx="7484787" cy="1264588"/>
          </a:xfrm>
        </p:spPr>
        <p:txBody>
          <a:bodyPr anchor="ctr">
            <a:norm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HRI</a:t>
            </a:r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D1F62EAC-5FA7-FA44-8C56-A2E287490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2119" y="5091763"/>
            <a:ext cx="2871195" cy="1264587"/>
          </a:xfrm>
        </p:spPr>
        <p:txBody>
          <a:bodyPr anchor="ctr">
            <a:normAutofit/>
          </a:bodyPr>
          <a:lstStyle/>
          <a:p>
            <a:pPr algn="l"/>
            <a:r>
              <a:rPr lang="en-US" sz="2000" err="1">
                <a:solidFill>
                  <a:srgbClr val="FFC000"/>
                </a:solidFill>
                <a:latin typeface="Avenir Next" panose="020B0503020202020204" pitchFamily="34" charset="0"/>
              </a:rPr>
              <a:t>Lezione</a:t>
            </a:r>
            <a:r>
              <a:rPr lang="en-US" sz="2000">
                <a:solidFill>
                  <a:srgbClr val="FFC000"/>
                </a:solidFill>
                <a:latin typeface="Avenir Next" panose="020B0503020202020204" pitchFamily="34" charset="0"/>
              </a:rPr>
              <a:t> BT</a:t>
            </a:r>
          </a:p>
        </p:txBody>
      </p:sp>
    </p:spTree>
    <p:extLst>
      <p:ext uri="{BB962C8B-B14F-4D97-AF65-F5344CB8AC3E}">
        <p14:creationId xmlns:p14="http://schemas.microsoft.com/office/powerpoint/2010/main" val="388890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A001AE-AD8D-1D4E-931C-559F7B4E01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Behavior</a:t>
            </a:r>
            <a:r>
              <a:rPr lang="it-IT"/>
              <a:t> </a:t>
            </a:r>
            <a:r>
              <a:rPr lang="it-IT" err="1"/>
              <a:t>Trees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C0BD12C-FE46-ED4D-92CA-C9DFF093B2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E3461E8B-085A-7981-984D-E1FE39BC6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1691854"/>
            <a:ext cx="6121102" cy="4773261"/>
          </a:xfrm>
        </p:spPr>
        <p:txBody>
          <a:bodyPr/>
          <a:lstStyle/>
          <a:p>
            <a:r>
              <a:rPr lang="it-IT" b="1" err="1"/>
              <a:t>Behavior</a:t>
            </a:r>
            <a:r>
              <a:rPr lang="it-IT" b="1"/>
              <a:t> </a:t>
            </a:r>
            <a:r>
              <a:rPr lang="it-IT" b="1" err="1"/>
              <a:t>Trees</a:t>
            </a:r>
            <a:r>
              <a:rPr lang="it-IT" b="1"/>
              <a:t> (BT) </a:t>
            </a:r>
            <a:r>
              <a:rPr lang="it-IT"/>
              <a:t>are a </a:t>
            </a:r>
            <a:r>
              <a:rPr lang="it-IT" b="1"/>
              <a:t>Control Architecture</a:t>
            </a:r>
            <a:r>
              <a:rPr lang="it-IT"/>
              <a:t>,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allow</a:t>
            </a:r>
            <a:r>
              <a:rPr lang="it-IT"/>
              <a:t> to </a:t>
            </a:r>
            <a:r>
              <a:rPr lang="it-IT" err="1"/>
              <a:t>structure</a:t>
            </a:r>
            <a:r>
              <a:rPr lang="it-IT"/>
              <a:t> the switching </a:t>
            </a:r>
            <a:r>
              <a:rPr lang="it-IT" err="1"/>
              <a:t>between</a:t>
            </a:r>
            <a:r>
              <a:rPr lang="it-IT"/>
              <a:t> </a:t>
            </a:r>
            <a:r>
              <a:rPr lang="it-IT" err="1"/>
              <a:t>different</a:t>
            </a:r>
            <a:r>
              <a:rPr lang="it-IT"/>
              <a:t> tasks in an </a:t>
            </a:r>
            <a:r>
              <a:rPr lang="it-IT" err="1"/>
              <a:t>autonomous</a:t>
            </a:r>
            <a:r>
              <a:rPr lang="it-IT"/>
              <a:t> agent.</a:t>
            </a:r>
          </a:p>
          <a:p>
            <a:pPr marL="0" indent="0">
              <a:buNone/>
            </a:pPr>
            <a:endParaRPr lang="it-IT"/>
          </a:p>
          <a:p>
            <a:r>
              <a:rPr lang="it-IT" err="1"/>
              <a:t>They</a:t>
            </a:r>
            <a:r>
              <a:rPr lang="it-IT"/>
              <a:t> </a:t>
            </a:r>
            <a:r>
              <a:rPr lang="it-IT" err="1"/>
              <a:t>were</a:t>
            </a:r>
            <a:r>
              <a:rPr lang="it-IT"/>
              <a:t> </a:t>
            </a:r>
            <a:r>
              <a:rPr lang="it-IT" err="1"/>
              <a:t>originally</a:t>
            </a:r>
            <a:r>
              <a:rPr lang="it-IT"/>
              <a:t> </a:t>
            </a:r>
            <a:r>
              <a:rPr lang="it-IT" err="1"/>
              <a:t>designed</a:t>
            </a:r>
            <a:r>
              <a:rPr lang="it-IT"/>
              <a:t> for </a:t>
            </a:r>
            <a:r>
              <a:rPr lang="it-IT" err="1"/>
              <a:t>controlling</a:t>
            </a:r>
            <a:r>
              <a:rPr lang="it-IT"/>
              <a:t> </a:t>
            </a:r>
            <a:r>
              <a:rPr lang="it-IT" b="1"/>
              <a:t>non-player </a:t>
            </a:r>
            <a:r>
              <a:rPr lang="it-IT" b="1" err="1"/>
              <a:t>characters</a:t>
            </a:r>
            <a:r>
              <a:rPr lang="it-IT" b="1"/>
              <a:t> </a:t>
            </a:r>
            <a:r>
              <a:rPr lang="it-IT"/>
              <a:t>in video games.</a:t>
            </a:r>
          </a:p>
          <a:p>
            <a:endParaRPr lang="it-IT"/>
          </a:p>
          <a:p>
            <a:r>
              <a:rPr lang="it-IT"/>
              <a:t>Can be </a:t>
            </a:r>
            <a:r>
              <a:rPr lang="it-IT" err="1"/>
              <a:t>used</a:t>
            </a:r>
            <a:r>
              <a:rPr lang="it-IT"/>
              <a:t> to </a:t>
            </a:r>
            <a:r>
              <a:rPr lang="it-IT" err="1"/>
              <a:t>formalize</a:t>
            </a:r>
            <a:r>
              <a:rPr lang="it-IT"/>
              <a:t> the </a:t>
            </a:r>
            <a:r>
              <a:rPr lang="it-IT" err="1"/>
              <a:t>logic</a:t>
            </a:r>
            <a:r>
              <a:rPr lang="it-IT"/>
              <a:t> </a:t>
            </a:r>
            <a:r>
              <a:rPr lang="it-IT" err="1"/>
              <a:t>behind</a:t>
            </a:r>
            <a:r>
              <a:rPr lang="it-IT"/>
              <a:t> games and </a:t>
            </a:r>
            <a:r>
              <a:rPr lang="it-IT" err="1"/>
              <a:t>robotic</a:t>
            </a:r>
            <a:r>
              <a:rPr lang="it-IT"/>
              <a:t> </a:t>
            </a:r>
            <a:r>
              <a:rPr lang="it-IT" err="1"/>
              <a:t>applications</a:t>
            </a:r>
            <a:r>
              <a:rPr lang="it-IT"/>
              <a:t>.</a:t>
            </a:r>
          </a:p>
          <a:p>
            <a:endParaRPr lang="it-IT"/>
          </a:p>
        </p:txBody>
      </p:sp>
      <p:pic>
        <p:nvPicPr>
          <p:cNvPr id="10" name="Immagine 9" descr="Immagine che contiene testo, disegno, schizzo, diagramma&#10;&#10;Descrizione generata automaticamente">
            <a:extLst>
              <a:ext uri="{FF2B5EF4-FFF2-40B4-BE49-F238E27FC236}">
                <a16:creationId xmlns:a16="http://schemas.microsoft.com/office/drawing/2014/main" id="{98DA61E2-08B3-BA2D-0ED9-7FCD8734E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9" y="1691854"/>
            <a:ext cx="5373920" cy="496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95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A78D78-5ED7-D437-6B1B-72ECB62249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Why</a:t>
            </a:r>
            <a:r>
              <a:rPr lang="it-IT"/>
              <a:t> </a:t>
            </a:r>
            <a:r>
              <a:rPr lang="it-IT" err="1"/>
              <a:t>Behavior</a:t>
            </a:r>
            <a:r>
              <a:rPr lang="it-IT"/>
              <a:t> </a:t>
            </a:r>
            <a:r>
              <a:rPr lang="it-IT" err="1"/>
              <a:t>Trees</a:t>
            </a:r>
            <a:r>
              <a:rPr lang="it-IT"/>
              <a:t>?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F02B454-B77D-2A29-12C7-1891B4FE73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8BB9B2-7937-351F-F8D4-9FF14ABEB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6" t="11809" r="5649"/>
          <a:stretch/>
        </p:blipFill>
        <p:spPr bwMode="auto">
          <a:xfrm>
            <a:off x="6379284" y="2030012"/>
            <a:ext cx="2563447" cy="121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57BF8100-D813-9B13-E813-F27EFB11B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01" y="1691854"/>
            <a:ext cx="6422317" cy="5166146"/>
          </a:xfrm>
        </p:spPr>
        <p:txBody>
          <a:bodyPr>
            <a:normAutofit fontScale="92500" lnSpcReduction="10000"/>
          </a:bodyPr>
          <a:lstStyle/>
          <a:p>
            <a:r>
              <a:rPr lang="it-IT" sz="2000" b="1"/>
              <a:t>Finite State Machines </a:t>
            </a:r>
            <a:r>
              <a:rPr lang="it-IT" sz="2000"/>
              <a:t>and</a:t>
            </a:r>
            <a:r>
              <a:rPr lang="it-IT" sz="2000" b="1"/>
              <a:t> </a:t>
            </a:r>
            <a:r>
              <a:rPr lang="it-IT" sz="2000" b="1" err="1"/>
              <a:t>Hierarchical</a:t>
            </a:r>
            <a:r>
              <a:rPr lang="it-IT" sz="2000" b="1"/>
              <a:t> </a:t>
            </a:r>
            <a:r>
              <a:rPr lang="it-IT" sz="2000" b="1" err="1"/>
              <a:t>FSMs</a:t>
            </a:r>
            <a:r>
              <a:rPr lang="it-IT" sz="2000"/>
              <a:t>:</a:t>
            </a:r>
          </a:p>
          <a:p>
            <a:pPr lvl="1"/>
            <a:r>
              <a:rPr lang="it-IT" sz="1600" i="1" err="1"/>
              <a:t>Maintainability</a:t>
            </a:r>
            <a:r>
              <a:rPr lang="it-IT" sz="1600"/>
              <a:t>: </a:t>
            </a:r>
            <a:r>
              <a:rPr lang="it-IT" sz="1600" err="1"/>
              <a:t>Adding</a:t>
            </a:r>
            <a:r>
              <a:rPr lang="it-IT" sz="1600"/>
              <a:t> or </a:t>
            </a:r>
            <a:r>
              <a:rPr lang="it-IT" sz="1600" err="1"/>
              <a:t>removing</a:t>
            </a:r>
            <a:r>
              <a:rPr lang="it-IT" sz="1600"/>
              <a:t> </a:t>
            </a:r>
            <a:r>
              <a:rPr lang="it-IT" sz="1600" err="1"/>
              <a:t>states</a:t>
            </a:r>
            <a:r>
              <a:rPr lang="it-IT" sz="1600"/>
              <a:t> </a:t>
            </a:r>
            <a:r>
              <a:rPr lang="it-IT" sz="1600" err="1"/>
              <a:t>requires</a:t>
            </a:r>
            <a:r>
              <a:rPr lang="it-IT" sz="1600"/>
              <a:t> the </a:t>
            </a:r>
            <a:r>
              <a:rPr lang="it-IT" sz="1600" b="1"/>
              <a:t>re-</a:t>
            </a:r>
            <a:r>
              <a:rPr lang="it-IT" sz="1600" b="1" err="1"/>
              <a:t>evaluation</a:t>
            </a:r>
            <a:r>
              <a:rPr lang="it-IT" sz="1600" b="1"/>
              <a:t> of a large </a:t>
            </a:r>
            <a:r>
              <a:rPr lang="it-IT" sz="1600" b="1" err="1"/>
              <a:t>number</a:t>
            </a:r>
            <a:r>
              <a:rPr lang="it-IT" sz="1600"/>
              <a:t> of </a:t>
            </a:r>
            <a:r>
              <a:rPr lang="it-IT" sz="1600" err="1"/>
              <a:t>transitions</a:t>
            </a:r>
            <a:r>
              <a:rPr lang="it-IT" sz="1600"/>
              <a:t> and </a:t>
            </a:r>
            <a:r>
              <a:rPr lang="it-IT" sz="1600" err="1"/>
              <a:t>internal</a:t>
            </a:r>
            <a:r>
              <a:rPr lang="it-IT" sz="1600"/>
              <a:t> </a:t>
            </a:r>
            <a:r>
              <a:rPr lang="it-IT" sz="1600" err="1"/>
              <a:t>states</a:t>
            </a:r>
            <a:r>
              <a:rPr lang="it-IT" sz="1600"/>
              <a:t> of the FSM. </a:t>
            </a:r>
          </a:p>
          <a:p>
            <a:pPr lvl="1"/>
            <a:r>
              <a:rPr lang="it-IT" sz="1600" i="1" err="1"/>
              <a:t>Scalability</a:t>
            </a:r>
            <a:r>
              <a:rPr lang="it-IT" sz="1600"/>
              <a:t>: </a:t>
            </a:r>
            <a:r>
              <a:rPr lang="it-IT" sz="1600" err="1"/>
              <a:t>FSMs</a:t>
            </a:r>
            <a:r>
              <a:rPr lang="it-IT" sz="1600"/>
              <a:t> with </a:t>
            </a:r>
            <a:r>
              <a:rPr lang="it-IT" sz="1600" err="1"/>
              <a:t>many</a:t>
            </a:r>
            <a:r>
              <a:rPr lang="it-IT" sz="1600"/>
              <a:t> </a:t>
            </a:r>
            <a:r>
              <a:rPr lang="it-IT" sz="1600" err="1"/>
              <a:t>states</a:t>
            </a:r>
            <a:r>
              <a:rPr lang="it-IT" sz="1600"/>
              <a:t> and </a:t>
            </a:r>
            <a:r>
              <a:rPr lang="it-IT" sz="1600" err="1"/>
              <a:t>many</a:t>
            </a:r>
            <a:r>
              <a:rPr lang="it-IT" sz="1600"/>
              <a:t> </a:t>
            </a:r>
            <a:r>
              <a:rPr lang="it-IT" sz="1600" err="1"/>
              <a:t>transitions</a:t>
            </a:r>
            <a:r>
              <a:rPr lang="it-IT" sz="1600"/>
              <a:t> </a:t>
            </a:r>
            <a:r>
              <a:rPr lang="it-IT" sz="1600" err="1"/>
              <a:t>between</a:t>
            </a:r>
            <a:r>
              <a:rPr lang="it-IT" sz="1600"/>
              <a:t> </a:t>
            </a:r>
            <a:r>
              <a:rPr lang="it-IT" sz="1600" err="1"/>
              <a:t>them</a:t>
            </a:r>
            <a:r>
              <a:rPr lang="it-IT" sz="1600"/>
              <a:t> are </a:t>
            </a:r>
            <a:r>
              <a:rPr lang="it-IT" sz="1600" b="1"/>
              <a:t>hard to </a:t>
            </a:r>
            <a:r>
              <a:rPr lang="it-IT" sz="1600" b="1" err="1"/>
              <a:t>modify</a:t>
            </a:r>
            <a:r>
              <a:rPr lang="it-IT" sz="1600"/>
              <a:t>. </a:t>
            </a:r>
          </a:p>
          <a:p>
            <a:pPr lvl="1"/>
            <a:r>
              <a:rPr lang="it-IT" sz="1600" i="1" err="1"/>
              <a:t>Reusability</a:t>
            </a:r>
            <a:r>
              <a:rPr lang="it-IT" sz="1600"/>
              <a:t>: The </a:t>
            </a:r>
            <a:r>
              <a:rPr lang="it-IT" sz="1600" b="1" err="1"/>
              <a:t>transitions</a:t>
            </a:r>
            <a:r>
              <a:rPr lang="it-IT" sz="1600"/>
              <a:t> </a:t>
            </a:r>
            <a:r>
              <a:rPr lang="it-IT" sz="1600" err="1"/>
              <a:t>between</a:t>
            </a:r>
            <a:r>
              <a:rPr lang="it-IT" sz="1600"/>
              <a:t> </a:t>
            </a:r>
            <a:r>
              <a:rPr lang="it-IT" sz="1600" err="1"/>
              <a:t>states</a:t>
            </a:r>
            <a:r>
              <a:rPr lang="it-IT" sz="1600" b="1"/>
              <a:t> </a:t>
            </a:r>
            <a:r>
              <a:rPr lang="it-IT" sz="1600" b="1" err="1"/>
              <a:t>may</a:t>
            </a:r>
            <a:r>
              <a:rPr lang="it-IT" sz="1600" b="1"/>
              <a:t> </a:t>
            </a:r>
            <a:r>
              <a:rPr lang="it-IT" sz="1600" b="1" err="1"/>
              <a:t>depend</a:t>
            </a:r>
            <a:r>
              <a:rPr lang="it-IT" sz="1600" b="1"/>
              <a:t> on </a:t>
            </a:r>
            <a:r>
              <a:rPr lang="it-IT" sz="1600" b="1" err="1"/>
              <a:t>internal</a:t>
            </a:r>
            <a:r>
              <a:rPr lang="it-IT" sz="1600" b="1"/>
              <a:t> </a:t>
            </a:r>
            <a:r>
              <a:rPr lang="it-IT" sz="1600" b="1" err="1"/>
              <a:t>variables</a:t>
            </a:r>
            <a:r>
              <a:rPr lang="it-IT" sz="1600"/>
              <a:t>, making </a:t>
            </a:r>
            <a:r>
              <a:rPr lang="it-IT" sz="1600" err="1"/>
              <a:t>it</a:t>
            </a:r>
            <a:r>
              <a:rPr lang="it-IT" sz="1600"/>
              <a:t> </a:t>
            </a:r>
            <a:r>
              <a:rPr lang="it-IT" sz="1600" err="1"/>
              <a:t>unpractical</a:t>
            </a:r>
            <a:r>
              <a:rPr lang="it-IT" sz="1600"/>
              <a:t> to </a:t>
            </a:r>
            <a:r>
              <a:rPr lang="it-IT" sz="1600" err="1"/>
              <a:t>reuse</a:t>
            </a:r>
            <a:r>
              <a:rPr lang="it-IT" sz="1600"/>
              <a:t> the </a:t>
            </a:r>
            <a:r>
              <a:rPr lang="it-IT" sz="1600" err="1"/>
              <a:t>same</a:t>
            </a:r>
            <a:r>
              <a:rPr lang="it-IT" sz="1600"/>
              <a:t> sub-FSM. </a:t>
            </a:r>
          </a:p>
          <a:p>
            <a:pPr lvl="1"/>
            <a:r>
              <a:rPr lang="it-IT" sz="1600" err="1"/>
              <a:t>Manually</a:t>
            </a:r>
            <a:r>
              <a:rPr lang="it-IT" sz="1600"/>
              <a:t> </a:t>
            </a:r>
            <a:r>
              <a:rPr lang="it-IT" sz="1600" err="1"/>
              <a:t>created</a:t>
            </a:r>
            <a:r>
              <a:rPr lang="it-IT" sz="1600"/>
              <a:t> </a:t>
            </a:r>
            <a:r>
              <a:rPr lang="it-IT" sz="1600" err="1"/>
              <a:t>hierarchies</a:t>
            </a:r>
            <a:r>
              <a:rPr lang="it-IT" sz="1600"/>
              <a:t>.</a:t>
            </a:r>
          </a:p>
          <a:p>
            <a:pPr lvl="1"/>
            <a:endParaRPr lang="it-IT" sz="1600"/>
          </a:p>
          <a:p>
            <a:r>
              <a:rPr lang="it-IT" sz="2000" b="1" err="1"/>
              <a:t>Subsumption</a:t>
            </a:r>
            <a:r>
              <a:rPr lang="it-IT" sz="2000"/>
              <a:t>:</a:t>
            </a:r>
          </a:p>
          <a:p>
            <a:pPr lvl="1"/>
            <a:r>
              <a:rPr lang="it-IT" sz="1600" i="1" err="1"/>
              <a:t>Scalability</a:t>
            </a:r>
            <a:r>
              <a:rPr lang="it-IT" sz="1600"/>
              <a:t>: action </a:t>
            </a:r>
            <a:r>
              <a:rPr lang="it-IT" sz="1600" err="1"/>
              <a:t>selection</a:t>
            </a:r>
            <a:r>
              <a:rPr lang="it-IT" sz="1600"/>
              <a:t> </a:t>
            </a:r>
            <a:r>
              <a:rPr lang="it-IT" sz="1600" err="1"/>
              <a:t>through</a:t>
            </a:r>
            <a:r>
              <a:rPr lang="it-IT" sz="1600"/>
              <a:t> a </a:t>
            </a:r>
            <a:r>
              <a:rPr lang="it-IT" sz="1600" err="1"/>
              <a:t>distributed</a:t>
            </a:r>
            <a:r>
              <a:rPr lang="it-IT" sz="1600"/>
              <a:t> system of </a:t>
            </a:r>
            <a:r>
              <a:rPr lang="it-IT" sz="1600" err="1"/>
              <a:t>inhibition</a:t>
            </a:r>
            <a:r>
              <a:rPr lang="it-IT" sz="1600"/>
              <a:t> and </a:t>
            </a:r>
            <a:r>
              <a:rPr lang="it-IT" sz="1600" err="1"/>
              <a:t>suppression</a:t>
            </a:r>
            <a:r>
              <a:rPr lang="it-IT" sz="1600"/>
              <a:t> can be hard. </a:t>
            </a:r>
          </a:p>
          <a:p>
            <a:pPr lvl="1"/>
            <a:r>
              <a:rPr lang="it-IT" sz="1600" err="1"/>
              <a:t>Maintainability</a:t>
            </a:r>
            <a:r>
              <a:rPr lang="it-IT" sz="1600"/>
              <a:t>: Due to the </a:t>
            </a:r>
            <a:r>
              <a:rPr lang="it-IT" sz="1600" err="1"/>
              <a:t>lack</a:t>
            </a:r>
            <a:r>
              <a:rPr lang="it-IT" sz="1600"/>
              <a:t> of </a:t>
            </a:r>
            <a:r>
              <a:rPr lang="it-IT" sz="1600" err="1"/>
              <a:t>structure</a:t>
            </a:r>
            <a:r>
              <a:rPr lang="it-IT" sz="1600"/>
              <a:t>, </a:t>
            </a:r>
            <a:r>
              <a:rPr lang="it-IT" sz="1600" err="1"/>
              <a:t>consequences</a:t>
            </a:r>
            <a:r>
              <a:rPr lang="it-IT" sz="1600"/>
              <a:t> of </a:t>
            </a:r>
            <a:r>
              <a:rPr lang="it-IT" sz="1600" err="1"/>
              <a:t>adding</a:t>
            </a:r>
            <a:r>
              <a:rPr lang="it-IT" sz="1600"/>
              <a:t> or </a:t>
            </a:r>
            <a:r>
              <a:rPr lang="it-IT" sz="1600" err="1"/>
              <a:t>removing</a:t>
            </a:r>
            <a:r>
              <a:rPr lang="it-IT" sz="1600"/>
              <a:t> controllers can be hard to estimate.</a:t>
            </a:r>
          </a:p>
          <a:p>
            <a:pPr lvl="1"/>
            <a:endParaRPr lang="it-IT" sz="1600"/>
          </a:p>
          <a:p>
            <a:r>
              <a:rPr lang="it-IT" sz="2000" b="1" err="1"/>
              <a:t>Decision</a:t>
            </a:r>
            <a:r>
              <a:rPr lang="it-IT" sz="2000" b="1"/>
              <a:t> </a:t>
            </a:r>
            <a:r>
              <a:rPr lang="it-IT" sz="2000" b="1" err="1"/>
              <a:t>Trees</a:t>
            </a:r>
            <a:r>
              <a:rPr lang="it-IT" sz="2000"/>
              <a:t>:</a:t>
            </a:r>
          </a:p>
          <a:p>
            <a:pPr lvl="1"/>
            <a:r>
              <a:rPr lang="it-IT" sz="1600"/>
              <a:t>Highly </a:t>
            </a:r>
            <a:r>
              <a:rPr lang="it-IT" sz="1600" err="1"/>
              <a:t>dependent</a:t>
            </a:r>
            <a:r>
              <a:rPr lang="it-IT" sz="1600"/>
              <a:t> on the data </a:t>
            </a:r>
            <a:r>
              <a:rPr lang="it-IT" sz="1600" err="1"/>
              <a:t>used</a:t>
            </a:r>
            <a:r>
              <a:rPr lang="it-IT" sz="1600"/>
              <a:t> for training.</a:t>
            </a:r>
          </a:p>
          <a:p>
            <a:pPr lvl="1"/>
            <a:r>
              <a:rPr lang="it-IT" sz="1600"/>
              <a:t>No information flow out from the </a:t>
            </a:r>
            <a:r>
              <a:rPr lang="it-IT" sz="1600" err="1"/>
              <a:t>nodes</a:t>
            </a:r>
            <a:r>
              <a:rPr lang="it-IT" sz="1600"/>
              <a:t>, making </a:t>
            </a:r>
            <a:r>
              <a:rPr lang="it-IT" sz="1600" err="1"/>
              <a:t>failure</a:t>
            </a:r>
            <a:r>
              <a:rPr lang="it-IT" sz="1600"/>
              <a:t> </a:t>
            </a:r>
            <a:r>
              <a:rPr lang="it-IT" sz="1600" err="1"/>
              <a:t>handling</a:t>
            </a:r>
            <a:r>
              <a:rPr lang="it-IT" sz="1600"/>
              <a:t> </a:t>
            </a:r>
            <a:r>
              <a:rPr lang="it-IT" sz="1600" err="1"/>
              <a:t>very</a:t>
            </a:r>
            <a:r>
              <a:rPr lang="it-IT" sz="1600"/>
              <a:t> </a:t>
            </a:r>
            <a:r>
              <a:rPr lang="it-IT" sz="1600" err="1"/>
              <a:t>difficult</a:t>
            </a:r>
            <a:r>
              <a:rPr lang="it-IT" sz="1600"/>
              <a:t> </a:t>
            </a:r>
          </a:p>
          <a:p>
            <a:pPr lvl="1"/>
            <a:endParaRPr lang="it-IT" sz="1600"/>
          </a:p>
        </p:txBody>
      </p:sp>
      <p:pic>
        <p:nvPicPr>
          <p:cNvPr id="6" name="Immagine 5" descr="Immagine che contiene diagramma, schizzo, disegno, Disegno tecnico&#10;&#10;Descrizione generata automaticamente">
            <a:extLst>
              <a:ext uri="{FF2B5EF4-FFF2-40B4-BE49-F238E27FC236}">
                <a16:creationId xmlns:a16="http://schemas.microsoft.com/office/drawing/2014/main" id="{3842897E-74D3-7A65-6EE1-9D2CC3900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577449" y="1028610"/>
            <a:ext cx="1889029" cy="3215517"/>
          </a:xfrm>
          <a:prstGeom prst="rect">
            <a:avLst/>
          </a:prstGeom>
        </p:spPr>
      </p:pic>
      <p:pic>
        <p:nvPicPr>
          <p:cNvPr id="8" name="Immagine 7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D3D78186-7308-3050-5086-E131A80FB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577" y="3758230"/>
            <a:ext cx="3413759" cy="640080"/>
          </a:xfrm>
          <a:prstGeom prst="rect">
            <a:avLst/>
          </a:prstGeom>
        </p:spPr>
      </p:pic>
      <p:pic>
        <p:nvPicPr>
          <p:cNvPr id="10" name="Immagine 9" descr="Immagine che contiene diagramma, linea, testo, Piano&#10;&#10;Descrizione generata automaticamente">
            <a:extLst>
              <a:ext uri="{FF2B5EF4-FFF2-40B4-BE49-F238E27FC236}">
                <a16:creationId xmlns:a16="http://schemas.microsoft.com/office/drawing/2014/main" id="{60EFC863-036D-B4D7-451F-C015D458E6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742" y="4480551"/>
            <a:ext cx="3845427" cy="200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335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C0088-72BB-8D3D-3E1F-DDEE82B6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A983DA7-5888-F6DD-1E0D-DBA71DD64C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Why</a:t>
            </a:r>
            <a:r>
              <a:rPr lang="it-IT"/>
              <a:t> </a:t>
            </a:r>
            <a:r>
              <a:rPr lang="it-IT" err="1"/>
              <a:t>Behavior</a:t>
            </a:r>
            <a:r>
              <a:rPr lang="it-IT"/>
              <a:t> </a:t>
            </a:r>
            <a:r>
              <a:rPr lang="it-IT" err="1"/>
              <a:t>Trees</a:t>
            </a:r>
            <a:r>
              <a:rPr lang="it-IT"/>
              <a:t>?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93BC344-42C3-18DB-E04E-423003A573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556BFAAD-C04A-F4FC-1FA4-05B83FC90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31" y="1691854"/>
            <a:ext cx="5658522" cy="4773261"/>
          </a:xfrm>
        </p:spPr>
        <p:txBody>
          <a:bodyPr/>
          <a:lstStyle/>
          <a:p>
            <a:endParaRPr lang="it-IT"/>
          </a:p>
          <a:p>
            <a:r>
              <a:rPr lang="it-IT" b="1" err="1"/>
              <a:t>Behavior</a:t>
            </a:r>
            <a:r>
              <a:rPr lang="it-IT" b="1"/>
              <a:t> </a:t>
            </a:r>
            <a:r>
              <a:rPr lang="it-IT" b="1" err="1"/>
              <a:t>Trees</a:t>
            </a:r>
            <a:r>
              <a:rPr lang="it-IT"/>
              <a:t>:</a:t>
            </a:r>
          </a:p>
          <a:p>
            <a:pPr lvl="1"/>
            <a:r>
              <a:rPr lang="it-IT" err="1"/>
              <a:t>Describes</a:t>
            </a:r>
            <a:r>
              <a:rPr lang="it-IT"/>
              <a:t> a </a:t>
            </a:r>
            <a:r>
              <a:rPr lang="it-IT" b="1"/>
              <a:t>policy</a:t>
            </a:r>
            <a:r>
              <a:rPr lang="it-IT"/>
              <a:t> (or controller) of an agent.</a:t>
            </a:r>
          </a:p>
          <a:p>
            <a:pPr lvl="1"/>
            <a:r>
              <a:rPr lang="it-IT" b="1" err="1"/>
              <a:t>Stateful</a:t>
            </a:r>
            <a:r>
              <a:rPr lang="it-IT"/>
              <a:t>: </a:t>
            </a:r>
            <a:r>
              <a:rPr lang="it-IT" err="1"/>
              <a:t>every</a:t>
            </a:r>
            <a:r>
              <a:rPr lang="it-IT"/>
              <a:t> </a:t>
            </a:r>
            <a:r>
              <a:rPr lang="it-IT" err="1"/>
              <a:t>element</a:t>
            </a:r>
            <a:r>
              <a:rPr lang="it-IT"/>
              <a:t> in the </a:t>
            </a:r>
            <a:r>
              <a:rPr lang="it-IT" err="1"/>
              <a:t>tree</a:t>
            </a:r>
            <a:r>
              <a:rPr lang="it-IT"/>
              <a:t> </a:t>
            </a:r>
            <a:r>
              <a:rPr lang="it-IT" err="1"/>
              <a:t>returns</a:t>
            </a:r>
            <a:r>
              <a:rPr lang="it-IT"/>
              <a:t> the state of </a:t>
            </a:r>
            <a:r>
              <a:rPr lang="it-IT" err="1"/>
              <a:t>its</a:t>
            </a:r>
            <a:r>
              <a:rPr lang="it-IT"/>
              <a:t> task, </a:t>
            </a:r>
            <a:r>
              <a:rPr lang="it-IT" i="1"/>
              <a:t>success</a:t>
            </a:r>
            <a:r>
              <a:rPr lang="it-IT"/>
              <a:t>, </a:t>
            </a:r>
            <a:r>
              <a:rPr lang="it-IT" i="1" err="1"/>
              <a:t>failure</a:t>
            </a:r>
            <a:r>
              <a:rPr lang="it-IT"/>
              <a:t> or </a:t>
            </a:r>
            <a:r>
              <a:rPr lang="it-IT" i="1"/>
              <a:t>running</a:t>
            </a:r>
            <a:r>
              <a:rPr lang="it-IT"/>
              <a:t>.</a:t>
            </a:r>
          </a:p>
          <a:p>
            <a:pPr lvl="1"/>
            <a:r>
              <a:rPr lang="it-IT" b="1"/>
              <a:t>Task </a:t>
            </a:r>
            <a:r>
              <a:rPr lang="it-IT" b="1" err="1"/>
              <a:t>Hierarchies</a:t>
            </a:r>
            <a:r>
              <a:rPr lang="it-IT"/>
              <a:t>: one task can be made up of a </a:t>
            </a:r>
            <a:r>
              <a:rPr lang="it-IT" err="1"/>
              <a:t>number</a:t>
            </a:r>
            <a:r>
              <a:rPr lang="it-IT"/>
              <a:t> of </a:t>
            </a:r>
            <a:r>
              <a:rPr lang="it-IT" err="1"/>
              <a:t>subtasks</a:t>
            </a:r>
            <a:r>
              <a:rPr lang="it-IT"/>
              <a:t>. </a:t>
            </a:r>
          </a:p>
          <a:p>
            <a:pPr lvl="1"/>
            <a:r>
              <a:rPr lang="it-IT" b="1" err="1"/>
              <a:t>Reactivity</a:t>
            </a:r>
            <a:r>
              <a:rPr lang="it-IT"/>
              <a:t>: more </a:t>
            </a:r>
            <a:r>
              <a:rPr lang="it-IT" err="1"/>
              <a:t>important</a:t>
            </a:r>
            <a:r>
              <a:rPr lang="it-IT"/>
              <a:t> tasks can interrupt </a:t>
            </a:r>
            <a:r>
              <a:rPr lang="it-IT" err="1"/>
              <a:t>less</a:t>
            </a:r>
            <a:r>
              <a:rPr lang="it-IT"/>
              <a:t> </a:t>
            </a:r>
            <a:r>
              <a:rPr lang="it-IT" err="1"/>
              <a:t>important</a:t>
            </a:r>
            <a:r>
              <a:rPr lang="it-IT"/>
              <a:t> </a:t>
            </a:r>
            <a:r>
              <a:rPr lang="it-IT" err="1"/>
              <a:t>ones</a:t>
            </a:r>
            <a:r>
              <a:rPr lang="it-IT"/>
              <a:t>.</a:t>
            </a:r>
          </a:p>
          <a:p>
            <a:pPr lvl="1"/>
            <a:r>
              <a:rPr lang="it-IT" b="1" err="1"/>
              <a:t>Modularity</a:t>
            </a:r>
            <a:r>
              <a:rPr lang="it-IT"/>
              <a:t>: </a:t>
            </a:r>
            <a:r>
              <a:rPr lang="it-IT" err="1"/>
              <a:t>each</a:t>
            </a:r>
            <a:r>
              <a:rPr lang="it-IT"/>
              <a:t> task </a:t>
            </a:r>
            <a:r>
              <a:rPr lang="it-IT" err="1"/>
              <a:t>at</a:t>
            </a:r>
            <a:r>
              <a:rPr lang="it-IT"/>
              <a:t> </a:t>
            </a:r>
            <a:r>
              <a:rPr lang="it-IT" err="1"/>
              <a:t>each</a:t>
            </a:r>
            <a:r>
              <a:rPr lang="it-IT"/>
              <a:t> </a:t>
            </a:r>
            <a:r>
              <a:rPr lang="it-IT" err="1"/>
              <a:t>level</a:t>
            </a:r>
            <a:r>
              <a:rPr lang="it-IT"/>
              <a:t> of the </a:t>
            </a:r>
            <a:r>
              <a:rPr lang="it-IT" err="1"/>
              <a:t>hierarchy</a:t>
            </a:r>
            <a:r>
              <a:rPr lang="it-IT"/>
              <a:t> </a:t>
            </a:r>
            <a:r>
              <a:rPr lang="it-IT" err="1"/>
              <a:t>uses</a:t>
            </a:r>
            <a:r>
              <a:rPr lang="it-IT"/>
              <a:t> the </a:t>
            </a:r>
            <a:r>
              <a:rPr lang="it-IT" err="1"/>
              <a:t>same</a:t>
            </a:r>
            <a:r>
              <a:rPr lang="it-IT"/>
              <a:t> state </a:t>
            </a:r>
            <a:r>
              <a:rPr lang="it-IT" err="1"/>
              <a:t>interface</a:t>
            </a:r>
            <a:r>
              <a:rPr lang="it-IT"/>
              <a:t> (success, </a:t>
            </a:r>
            <a:r>
              <a:rPr lang="it-IT" err="1"/>
              <a:t>failure</a:t>
            </a:r>
            <a:r>
              <a:rPr lang="it-IT"/>
              <a:t>, running).</a:t>
            </a:r>
          </a:p>
          <a:p>
            <a:pPr lvl="1"/>
            <a:endParaRPr lang="it-IT"/>
          </a:p>
        </p:txBody>
      </p:sp>
      <p:pic>
        <p:nvPicPr>
          <p:cNvPr id="6" name="Immagine 5" descr="Immagine che contiene diagramma, schizzo, linea, testo&#10;&#10;Descrizione generata automaticamente">
            <a:extLst>
              <a:ext uri="{FF2B5EF4-FFF2-40B4-BE49-F238E27FC236}">
                <a16:creationId xmlns:a16="http://schemas.microsoft.com/office/drawing/2014/main" id="{66EFF1BA-7D1D-3BF6-97AE-E0A0F3FBE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886" y="3103295"/>
            <a:ext cx="5752383" cy="195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99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9ECCD-AE84-C852-99E1-D0C87708D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284165A-B3FF-205B-225A-45D52526A6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/>
              <a:t>Core parts of a BT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3177DA3-819A-EA72-C140-D63B552699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9BB1520B-C547-D85A-B2A5-E05ED701B55A}"/>
              </a:ext>
            </a:extLst>
          </p:cNvPr>
          <p:cNvSpPr txBox="1">
            <a:spLocks/>
          </p:cNvSpPr>
          <p:nvPr/>
        </p:nvSpPr>
        <p:spPr>
          <a:xfrm>
            <a:off x="322731" y="1691854"/>
            <a:ext cx="11309870" cy="4773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7393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00843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9475F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BC9C6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 kern="1200">
                <a:solidFill>
                  <a:srgbClr val="29475F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A </a:t>
            </a:r>
            <a:r>
              <a:rPr lang="it-IT" b="1"/>
              <a:t>BT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 </a:t>
            </a:r>
            <a:r>
              <a:rPr lang="it-IT" b="1" err="1"/>
              <a:t>directed</a:t>
            </a:r>
            <a:r>
              <a:rPr lang="it-IT"/>
              <a:t> </a:t>
            </a:r>
            <a:r>
              <a:rPr lang="it-IT" b="1" err="1"/>
              <a:t>tree</a:t>
            </a:r>
            <a:r>
              <a:rPr lang="it-IT"/>
              <a:t>. </a:t>
            </a:r>
          </a:p>
          <a:p>
            <a:endParaRPr lang="it-IT"/>
          </a:p>
          <a:p>
            <a:r>
              <a:rPr lang="it-IT"/>
              <a:t>A </a:t>
            </a:r>
            <a:r>
              <a:rPr lang="it-IT" b="1" err="1"/>
              <a:t>leaf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called</a:t>
            </a:r>
            <a:r>
              <a:rPr lang="it-IT"/>
              <a:t> </a:t>
            </a:r>
            <a:r>
              <a:rPr lang="it-IT" b="1" err="1"/>
              <a:t>execution</a:t>
            </a:r>
            <a:r>
              <a:rPr lang="it-IT" b="1"/>
              <a:t> </a:t>
            </a:r>
            <a:r>
              <a:rPr lang="it-IT" b="1" err="1"/>
              <a:t>node</a:t>
            </a:r>
            <a:r>
              <a:rPr lang="it-IT"/>
              <a:t>. A non-</a:t>
            </a:r>
            <a:r>
              <a:rPr lang="it-IT" err="1"/>
              <a:t>leaf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called</a:t>
            </a:r>
            <a:r>
              <a:rPr lang="it-IT"/>
              <a:t> </a:t>
            </a:r>
            <a:r>
              <a:rPr lang="it-IT" b="1"/>
              <a:t>control flow </a:t>
            </a:r>
            <a:r>
              <a:rPr lang="it-IT" b="1" err="1"/>
              <a:t>node</a:t>
            </a:r>
            <a:r>
              <a:rPr lang="it-IT"/>
              <a:t>.</a:t>
            </a:r>
          </a:p>
          <a:p>
            <a:endParaRPr lang="it-IT"/>
          </a:p>
          <a:p>
            <a:r>
              <a:rPr lang="it-IT"/>
              <a:t>The </a:t>
            </a:r>
            <a:r>
              <a:rPr lang="it-IT" err="1"/>
              <a:t>execution</a:t>
            </a:r>
            <a:r>
              <a:rPr lang="it-IT"/>
              <a:t> of the BT </a:t>
            </a:r>
            <a:r>
              <a:rPr lang="it-IT" b="1"/>
              <a:t>starts from the root</a:t>
            </a:r>
            <a:r>
              <a:rPr lang="it-IT"/>
              <a:t>.</a:t>
            </a:r>
          </a:p>
          <a:p>
            <a:endParaRPr lang="it-IT"/>
          </a:p>
          <a:p>
            <a:r>
              <a:rPr lang="it-IT" err="1"/>
              <a:t>Signals</a:t>
            </a:r>
            <a:r>
              <a:rPr lang="it-IT"/>
              <a:t> (</a:t>
            </a:r>
            <a:r>
              <a:rPr lang="it-IT" b="1" i="1" err="1"/>
              <a:t>ticks</a:t>
            </a:r>
            <a:r>
              <a:rPr lang="it-IT"/>
              <a:t>) are </a:t>
            </a:r>
            <a:r>
              <a:rPr lang="it-IT" err="1"/>
              <a:t>generated</a:t>
            </a:r>
            <a:r>
              <a:rPr lang="it-IT"/>
              <a:t> with a </a:t>
            </a:r>
            <a:r>
              <a:rPr lang="it-IT" err="1"/>
              <a:t>given</a:t>
            </a:r>
            <a:r>
              <a:rPr lang="it-IT"/>
              <a:t> frequency.</a:t>
            </a:r>
          </a:p>
          <a:p>
            <a:endParaRPr lang="it-IT"/>
          </a:p>
          <a:p>
            <a:r>
              <a:rPr lang="it-IT" err="1"/>
              <a:t>Ticks</a:t>
            </a:r>
            <a:r>
              <a:rPr lang="it-IT"/>
              <a:t> </a:t>
            </a:r>
            <a:r>
              <a:rPr lang="it-IT" err="1"/>
              <a:t>enable</a:t>
            </a:r>
            <a:r>
              <a:rPr lang="it-IT"/>
              <a:t> the </a:t>
            </a:r>
            <a:r>
              <a:rPr lang="it-IT" err="1"/>
              <a:t>execution</a:t>
            </a:r>
            <a:r>
              <a:rPr lang="it-IT"/>
              <a:t> of a </a:t>
            </a:r>
            <a:r>
              <a:rPr lang="it-IT" err="1"/>
              <a:t>node</a:t>
            </a:r>
            <a:r>
              <a:rPr lang="it-IT"/>
              <a:t> (</a:t>
            </a:r>
            <a:r>
              <a:rPr lang="it-IT" b="1" err="1"/>
              <a:t>if</a:t>
            </a:r>
            <a:r>
              <a:rPr lang="it-IT" b="1"/>
              <a:t> and </a:t>
            </a:r>
            <a:r>
              <a:rPr lang="it-IT" b="1" err="1"/>
              <a:t>only</a:t>
            </a:r>
            <a:r>
              <a:rPr lang="it-IT" b="1"/>
              <a:t> </a:t>
            </a:r>
            <a:r>
              <a:rPr lang="it-IT" b="1" err="1"/>
              <a:t>if</a:t>
            </a:r>
            <a:r>
              <a:rPr lang="it-IT"/>
              <a:t>) and are </a:t>
            </a:r>
            <a:r>
              <a:rPr lang="it-IT" err="1"/>
              <a:t>propagated</a:t>
            </a:r>
            <a:r>
              <a:rPr lang="it-IT"/>
              <a:t> to </a:t>
            </a:r>
            <a:r>
              <a:rPr lang="it-IT" err="1"/>
              <a:t>its</a:t>
            </a:r>
            <a:r>
              <a:rPr lang="it-IT"/>
              <a:t> </a:t>
            </a:r>
            <a:r>
              <a:rPr lang="it-IT" err="1"/>
              <a:t>children</a:t>
            </a:r>
            <a:r>
              <a:rPr lang="it-IT"/>
              <a:t>,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return</a:t>
            </a:r>
            <a:r>
              <a:rPr lang="it-IT"/>
              <a:t> </a:t>
            </a:r>
            <a:r>
              <a:rPr lang="it-IT" err="1"/>
              <a:t>their</a:t>
            </a:r>
            <a:r>
              <a:rPr lang="it-IT"/>
              <a:t> </a:t>
            </a:r>
            <a:r>
              <a:rPr lang="it-IT" err="1"/>
              <a:t>current</a:t>
            </a:r>
            <a:r>
              <a:rPr lang="it-IT"/>
              <a:t> state to the </a:t>
            </a:r>
            <a:r>
              <a:rPr lang="it-IT" err="1"/>
              <a:t>father</a:t>
            </a:r>
            <a:r>
              <a:rPr lang="it-IT"/>
              <a:t>: </a:t>
            </a:r>
            <a:r>
              <a:rPr lang="it-IT" i="1"/>
              <a:t>running</a:t>
            </a:r>
            <a:r>
              <a:rPr lang="it-IT"/>
              <a:t>, </a:t>
            </a:r>
            <a:r>
              <a:rPr lang="it-IT" i="1"/>
              <a:t>success</a:t>
            </a:r>
            <a:r>
              <a:rPr lang="it-IT"/>
              <a:t> or </a:t>
            </a:r>
            <a:r>
              <a:rPr lang="it-IT" i="1" err="1"/>
              <a:t>failure</a:t>
            </a:r>
            <a:r>
              <a:rPr lang="it-I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720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C2F7D944-8D49-1700-12F7-545713D07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2767" y="1845887"/>
            <a:ext cx="6189232" cy="4554913"/>
          </a:xfrm>
        </p:spPr>
        <p:txBody>
          <a:bodyPr/>
          <a:lstStyle/>
          <a:p>
            <a:r>
              <a:rPr lang="it-IT" sz="2000" err="1"/>
              <a:t>Used</a:t>
            </a:r>
            <a:r>
              <a:rPr lang="it-IT" sz="2000"/>
              <a:t> </a:t>
            </a:r>
            <a:r>
              <a:rPr lang="it-IT" sz="2000" err="1"/>
              <a:t>when</a:t>
            </a:r>
            <a:r>
              <a:rPr lang="it-IT" sz="2000"/>
              <a:t> actions or </a:t>
            </a:r>
            <a:r>
              <a:rPr lang="it-IT" sz="2000" err="1"/>
              <a:t>condition</a:t>
            </a:r>
            <a:r>
              <a:rPr lang="it-IT" sz="2000"/>
              <a:t> checks, are </a:t>
            </a:r>
            <a:r>
              <a:rPr lang="it-IT" sz="2000" err="1"/>
              <a:t>meant</a:t>
            </a:r>
            <a:r>
              <a:rPr lang="it-IT" sz="2000"/>
              <a:t> to be </a:t>
            </a:r>
            <a:r>
              <a:rPr lang="it-IT" sz="2000" b="1" err="1"/>
              <a:t>carried</a:t>
            </a:r>
            <a:r>
              <a:rPr lang="it-IT" sz="2000" b="1"/>
              <a:t> out in </a:t>
            </a:r>
            <a:r>
              <a:rPr lang="it-IT" sz="2000" b="1" err="1"/>
              <a:t>sequence</a:t>
            </a:r>
            <a:r>
              <a:rPr lang="it-IT" sz="2000" b="1"/>
              <a:t> </a:t>
            </a:r>
            <a:r>
              <a:rPr lang="it-IT" sz="2000"/>
              <a:t>(</a:t>
            </a:r>
            <a:r>
              <a:rPr lang="it-IT" sz="2000" b="1"/>
              <a:t>→</a:t>
            </a:r>
            <a:r>
              <a:rPr lang="it-IT" sz="2000"/>
              <a:t>). </a:t>
            </a:r>
          </a:p>
          <a:p>
            <a:endParaRPr lang="it-IT" sz="2000"/>
          </a:p>
          <a:p>
            <a:r>
              <a:rPr lang="it-IT" sz="2000"/>
              <a:t>The Success of one action </a:t>
            </a:r>
            <a:r>
              <a:rPr lang="it-IT" sz="2000" err="1"/>
              <a:t>is</a:t>
            </a:r>
            <a:r>
              <a:rPr lang="it-IT" sz="2000"/>
              <a:t> </a:t>
            </a:r>
            <a:r>
              <a:rPr lang="it-IT" sz="2000" b="1" err="1"/>
              <a:t>needed</a:t>
            </a:r>
            <a:r>
              <a:rPr lang="it-IT" sz="2000"/>
              <a:t> for the </a:t>
            </a:r>
            <a:r>
              <a:rPr lang="it-IT" sz="2000" err="1"/>
              <a:t>execution</a:t>
            </a:r>
            <a:r>
              <a:rPr lang="it-IT" sz="2000"/>
              <a:t> of the </a:t>
            </a:r>
            <a:r>
              <a:rPr lang="it-IT" sz="2000" err="1"/>
              <a:t>next</a:t>
            </a:r>
            <a:r>
              <a:rPr lang="it-IT" sz="2000"/>
              <a:t>.</a:t>
            </a:r>
          </a:p>
          <a:p>
            <a:endParaRPr lang="it-IT" sz="2000"/>
          </a:p>
          <a:p>
            <a:r>
              <a:rPr lang="it-IT" sz="2000"/>
              <a:t>A tick to a </a:t>
            </a:r>
            <a:r>
              <a:rPr lang="it-IT" sz="2000" err="1"/>
              <a:t>Sequence</a:t>
            </a:r>
            <a:r>
              <a:rPr lang="it-IT" sz="2000"/>
              <a:t> </a:t>
            </a:r>
            <a:r>
              <a:rPr lang="it-IT" sz="2000" err="1"/>
              <a:t>node</a:t>
            </a:r>
            <a:r>
              <a:rPr lang="it-IT" sz="2000"/>
              <a:t> </a:t>
            </a:r>
            <a:r>
              <a:rPr lang="it-IT" sz="2000" err="1"/>
              <a:t>is</a:t>
            </a:r>
            <a:r>
              <a:rPr lang="it-IT" sz="2000"/>
              <a:t> </a:t>
            </a:r>
            <a:r>
              <a:rPr lang="it-IT" sz="2000" err="1"/>
              <a:t>routed</a:t>
            </a:r>
            <a:r>
              <a:rPr lang="it-IT" sz="2000"/>
              <a:t> to </a:t>
            </a:r>
            <a:r>
              <a:rPr lang="it-IT" sz="2000" err="1"/>
              <a:t>its</a:t>
            </a:r>
            <a:r>
              <a:rPr lang="it-IT" sz="2000"/>
              <a:t> </a:t>
            </a:r>
            <a:r>
              <a:rPr lang="it-IT" sz="2000" err="1"/>
              <a:t>children</a:t>
            </a:r>
            <a:r>
              <a:rPr lang="it-IT" sz="2000"/>
              <a:t> </a:t>
            </a:r>
            <a:r>
              <a:rPr lang="it-IT" sz="2000" b="1"/>
              <a:t>from </a:t>
            </a:r>
            <a:r>
              <a:rPr lang="it-IT" sz="2000" b="1" err="1"/>
              <a:t>left</a:t>
            </a:r>
            <a:r>
              <a:rPr lang="it-IT" sz="2000" b="1"/>
              <a:t> to </a:t>
            </a:r>
            <a:r>
              <a:rPr lang="it-IT" sz="2000" b="1" err="1"/>
              <a:t>right</a:t>
            </a:r>
            <a:r>
              <a:rPr lang="it-IT" sz="2000"/>
              <a:t>. </a:t>
            </a:r>
            <a:r>
              <a:rPr lang="it-IT" sz="2000" err="1"/>
              <a:t>If</a:t>
            </a:r>
            <a:r>
              <a:rPr lang="it-IT" sz="2000"/>
              <a:t> a </a:t>
            </a:r>
            <a:r>
              <a:rPr lang="it-IT" sz="2000" err="1"/>
              <a:t>child</a:t>
            </a:r>
            <a:r>
              <a:rPr lang="it-IT" sz="2000"/>
              <a:t> </a:t>
            </a:r>
            <a:r>
              <a:rPr lang="it-IT" sz="2000" err="1"/>
              <a:t>returns</a:t>
            </a:r>
            <a:r>
              <a:rPr lang="it-IT" sz="2000"/>
              <a:t> </a:t>
            </a:r>
            <a:r>
              <a:rPr lang="it-IT" sz="2000" i="1"/>
              <a:t>running</a:t>
            </a:r>
            <a:r>
              <a:rPr lang="it-IT" sz="2000"/>
              <a:t> or </a:t>
            </a:r>
            <a:r>
              <a:rPr lang="it-IT" sz="2000" i="1" err="1"/>
              <a:t>failure</a:t>
            </a:r>
            <a:r>
              <a:rPr lang="it-IT" sz="2000"/>
              <a:t>, </a:t>
            </a:r>
            <a:r>
              <a:rPr lang="it-IT" sz="2000" err="1"/>
              <a:t>it</a:t>
            </a:r>
            <a:r>
              <a:rPr lang="it-IT" sz="2000"/>
              <a:t> </a:t>
            </a:r>
            <a:r>
              <a:rPr lang="it-IT" sz="2000" err="1"/>
              <a:t>is</a:t>
            </a:r>
            <a:r>
              <a:rPr lang="it-IT" sz="2000"/>
              <a:t> </a:t>
            </a:r>
            <a:r>
              <a:rPr lang="it-IT" sz="2000" err="1"/>
              <a:t>returned</a:t>
            </a:r>
            <a:r>
              <a:rPr lang="it-IT" sz="2000"/>
              <a:t> to the </a:t>
            </a:r>
            <a:r>
              <a:rPr lang="it-IT" sz="2000" err="1"/>
              <a:t>parent</a:t>
            </a:r>
            <a:r>
              <a:rPr lang="it-IT" sz="2000"/>
              <a:t>. </a:t>
            </a:r>
          </a:p>
          <a:p>
            <a:endParaRPr lang="it-IT" sz="2000"/>
          </a:p>
          <a:p>
            <a:r>
              <a:rPr lang="it-IT" sz="2000" err="1"/>
              <a:t>When</a:t>
            </a:r>
            <a:r>
              <a:rPr lang="it-IT" sz="2000"/>
              <a:t> </a:t>
            </a:r>
            <a:r>
              <a:rPr lang="it-IT" sz="2000" b="1" err="1"/>
              <a:t>all</a:t>
            </a:r>
            <a:r>
              <a:rPr lang="it-IT" sz="2000"/>
              <a:t> </a:t>
            </a:r>
            <a:r>
              <a:rPr lang="it-IT" sz="2000" b="1" err="1"/>
              <a:t>children</a:t>
            </a:r>
            <a:r>
              <a:rPr lang="it-IT" sz="2000"/>
              <a:t> </a:t>
            </a:r>
            <a:r>
              <a:rPr lang="it-IT" sz="2000" err="1"/>
              <a:t>return</a:t>
            </a:r>
            <a:r>
              <a:rPr lang="it-IT" sz="2000"/>
              <a:t> </a:t>
            </a:r>
            <a:r>
              <a:rPr lang="it-IT" sz="2000" i="1"/>
              <a:t>success</a:t>
            </a:r>
            <a:r>
              <a:rPr lang="it-IT" sz="2000"/>
              <a:t>, </a:t>
            </a:r>
            <a:r>
              <a:rPr lang="it-IT" sz="2000" err="1"/>
              <a:t>it</a:t>
            </a:r>
            <a:r>
              <a:rPr lang="it-IT" sz="2000"/>
              <a:t> </a:t>
            </a:r>
            <a:r>
              <a:rPr lang="it-IT" sz="2000" err="1"/>
              <a:t>returns</a:t>
            </a:r>
            <a:r>
              <a:rPr lang="it-IT" sz="2000"/>
              <a:t> </a:t>
            </a:r>
            <a:r>
              <a:rPr lang="it-IT" sz="2000" err="1"/>
              <a:t>it</a:t>
            </a:r>
            <a:r>
              <a:rPr lang="it-IT" sz="2000"/>
              <a:t> to </a:t>
            </a:r>
            <a:r>
              <a:rPr lang="it-IT" sz="2000" err="1"/>
              <a:t>its</a:t>
            </a:r>
            <a:r>
              <a:rPr lang="it-IT" sz="2000"/>
              <a:t> </a:t>
            </a:r>
            <a:r>
              <a:rPr lang="it-IT" sz="2000" err="1"/>
              <a:t>parent</a:t>
            </a:r>
            <a:r>
              <a:rPr lang="it-IT" sz="2000"/>
              <a:t> (</a:t>
            </a:r>
            <a:r>
              <a:rPr lang="it-IT" sz="2000" err="1"/>
              <a:t>if</a:t>
            </a:r>
            <a:r>
              <a:rPr lang="it-IT" sz="2000"/>
              <a:t> and </a:t>
            </a:r>
            <a:r>
              <a:rPr lang="it-IT" sz="2000" err="1"/>
              <a:t>only</a:t>
            </a:r>
            <a:r>
              <a:rPr lang="it-IT" sz="2000"/>
              <a:t> </a:t>
            </a:r>
            <a:r>
              <a:rPr lang="it-IT" sz="2000" err="1"/>
              <a:t>if</a:t>
            </a:r>
            <a:r>
              <a:rPr lang="it-IT" sz="2000"/>
              <a:t>).</a:t>
            </a:r>
          </a:p>
          <a:p>
            <a:endParaRPr lang="it-IT" sz="2000"/>
          </a:p>
          <a:p>
            <a:endParaRPr lang="it-IT" sz="200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00A73B-EA44-CCB3-BE54-B37B222141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Sequence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1E40A6A-DC7D-2D1D-4DF0-7DD15D78D4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diagramma, schizzo, linea, testo&#10;&#10;Descrizione generata automaticamente">
            <a:extLst>
              <a:ext uri="{FF2B5EF4-FFF2-40B4-BE49-F238E27FC236}">
                <a16:creationId xmlns:a16="http://schemas.microsoft.com/office/drawing/2014/main" id="{5F7457F7-381A-C4C6-35F6-E15EEE03F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4" y="1773803"/>
            <a:ext cx="5752383" cy="1950378"/>
          </a:xfrm>
          <a:prstGeom prst="rect">
            <a:avLst/>
          </a:pr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89925B33-24EB-FF10-658C-46D9EC7950D2}"/>
              </a:ext>
            </a:extLst>
          </p:cNvPr>
          <p:cNvSpPr/>
          <p:nvPr/>
        </p:nvSpPr>
        <p:spPr>
          <a:xfrm>
            <a:off x="2939069" y="2139547"/>
            <a:ext cx="441064" cy="44106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ccia destra 10">
            <a:extLst>
              <a:ext uri="{FF2B5EF4-FFF2-40B4-BE49-F238E27FC236}">
                <a16:creationId xmlns:a16="http://schemas.microsoft.com/office/drawing/2014/main" id="{46ED9929-2008-96CA-0C34-02914800E5FD}"/>
              </a:ext>
            </a:extLst>
          </p:cNvPr>
          <p:cNvSpPr/>
          <p:nvPr/>
        </p:nvSpPr>
        <p:spPr>
          <a:xfrm>
            <a:off x="146667" y="2208161"/>
            <a:ext cx="861314" cy="303832"/>
          </a:xfrm>
          <a:prstGeom prst="rightArrow">
            <a:avLst>
              <a:gd name="adj1" fmla="val 35186"/>
              <a:gd name="adj2" fmla="val 131481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6" name="Segnaposto contenuto 14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3734431E-FF3F-6CAA-ECC1-1EE3399AB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05" y="4016503"/>
            <a:ext cx="5245100" cy="2286000"/>
          </a:xfrm>
          <a:prstGeom prst="rect">
            <a:avLst/>
          </a:prstGeom>
        </p:spPr>
      </p:pic>
      <p:sp>
        <p:nvSpPr>
          <p:cNvPr id="6" name="Ovale 5">
            <a:extLst>
              <a:ext uri="{FF2B5EF4-FFF2-40B4-BE49-F238E27FC236}">
                <a16:creationId xmlns:a16="http://schemas.microsoft.com/office/drawing/2014/main" id="{0660CFD7-7E4A-6EB6-2F90-ACDB494CCA0E}"/>
              </a:ext>
            </a:extLst>
          </p:cNvPr>
          <p:cNvSpPr/>
          <p:nvPr/>
        </p:nvSpPr>
        <p:spPr>
          <a:xfrm>
            <a:off x="1195762" y="2139546"/>
            <a:ext cx="441064" cy="44106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4FA8B9AA-248C-E797-A362-E91D2BB2A6D7}"/>
              </a:ext>
            </a:extLst>
          </p:cNvPr>
          <p:cNvSpPr/>
          <p:nvPr/>
        </p:nvSpPr>
        <p:spPr>
          <a:xfrm>
            <a:off x="3787769" y="2139545"/>
            <a:ext cx="441064" cy="44106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FADC027B-D266-7728-BE9D-87EA50530759}"/>
              </a:ext>
            </a:extLst>
          </p:cNvPr>
          <p:cNvSpPr/>
          <p:nvPr/>
        </p:nvSpPr>
        <p:spPr>
          <a:xfrm>
            <a:off x="111838" y="2647112"/>
            <a:ext cx="1768194" cy="546905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5640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D98B1-C1F1-2881-8E33-16D2ED3C9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BAF1BB63-8684-C756-2683-46135A590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2767" y="1845891"/>
            <a:ext cx="6189232" cy="4432095"/>
          </a:xfrm>
        </p:spPr>
        <p:txBody>
          <a:bodyPr>
            <a:normAutofit/>
          </a:bodyPr>
          <a:lstStyle/>
          <a:p>
            <a:r>
              <a:rPr lang="it-IT" sz="2000"/>
              <a:t>Set of actions </a:t>
            </a:r>
            <a:r>
              <a:rPr lang="it-IT" sz="2000" err="1"/>
              <a:t>that</a:t>
            </a:r>
            <a:r>
              <a:rPr lang="it-IT" sz="2000"/>
              <a:t> </a:t>
            </a:r>
            <a:r>
              <a:rPr lang="it-IT" sz="2000" err="1"/>
              <a:t>present</a:t>
            </a:r>
            <a:r>
              <a:rPr lang="it-IT" sz="2000"/>
              <a:t> </a:t>
            </a:r>
            <a:r>
              <a:rPr lang="it-IT" sz="2000" b="1"/>
              <a:t>alternative ways </a:t>
            </a:r>
            <a:r>
              <a:rPr lang="it-IT" sz="2000"/>
              <a:t>of </a:t>
            </a:r>
            <a:r>
              <a:rPr lang="it-IT" sz="2000" err="1"/>
              <a:t>achieving</a:t>
            </a:r>
            <a:r>
              <a:rPr lang="it-IT" sz="2000"/>
              <a:t> a </a:t>
            </a:r>
            <a:r>
              <a:rPr lang="it-IT" sz="2000" err="1"/>
              <a:t>similar</a:t>
            </a:r>
            <a:r>
              <a:rPr lang="it-IT" sz="2000"/>
              <a:t> goal (?). </a:t>
            </a:r>
          </a:p>
          <a:p>
            <a:endParaRPr lang="it-IT" sz="2000"/>
          </a:p>
          <a:p>
            <a:r>
              <a:rPr lang="it-IT" sz="2000"/>
              <a:t>Parent </a:t>
            </a:r>
            <a:r>
              <a:rPr lang="it-IT" sz="2000" err="1"/>
              <a:t>routes</a:t>
            </a:r>
            <a:r>
              <a:rPr lang="it-IT" sz="2000"/>
              <a:t> a tick to </a:t>
            </a:r>
            <a:r>
              <a:rPr lang="it-IT" sz="2000" err="1"/>
              <a:t>its</a:t>
            </a:r>
            <a:r>
              <a:rPr lang="it-IT" sz="2000"/>
              <a:t> </a:t>
            </a:r>
            <a:r>
              <a:rPr lang="it-IT" sz="2000" err="1"/>
              <a:t>children</a:t>
            </a:r>
            <a:r>
              <a:rPr lang="it-IT" sz="2000"/>
              <a:t> </a:t>
            </a:r>
            <a:r>
              <a:rPr lang="it-IT" sz="2000" b="1"/>
              <a:t>from </a:t>
            </a:r>
            <a:r>
              <a:rPr lang="it-IT" sz="2000" b="1" err="1"/>
              <a:t>left</a:t>
            </a:r>
            <a:r>
              <a:rPr lang="it-IT" sz="2000" b="1"/>
              <a:t> to </a:t>
            </a:r>
            <a:r>
              <a:rPr lang="it-IT" sz="2000" b="1" err="1"/>
              <a:t>right</a:t>
            </a:r>
            <a:r>
              <a:rPr lang="it-IT" sz="2000"/>
              <a:t>, </a:t>
            </a:r>
            <a:r>
              <a:rPr lang="it-IT" sz="2000" err="1"/>
              <a:t>until</a:t>
            </a:r>
            <a:r>
              <a:rPr lang="it-IT" sz="2000"/>
              <a:t> one </a:t>
            </a:r>
            <a:r>
              <a:rPr lang="it-IT" sz="2000" err="1"/>
              <a:t>returns</a:t>
            </a:r>
            <a:r>
              <a:rPr lang="it-IT" sz="2000"/>
              <a:t> </a:t>
            </a:r>
            <a:r>
              <a:rPr lang="it-IT" sz="2000" i="1"/>
              <a:t>running</a:t>
            </a:r>
            <a:r>
              <a:rPr lang="it-IT" sz="2000"/>
              <a:t> or </a:t>
            </a:r>
            <a:r>
              <a:rPr lang="it-IT" sz="2000" i="1"/>
              <a:t>success</a:t>
            </a:r>
            <a:r>
              <a:rPr lang="it-IT" sz="2000"/>
              <a:t>.</a:t>
            </a:r>
          </a:p>
          <a:p>
            <a:endParaRPr lang="it-IT" sz="2000"/>
          </a:p>
          <a:p>
            <a:r>
              <a:rPr lang="it-IT" sz="2000" err="1"/>
              <a:t>If</a:t>
            </a:r>
            <a:r>
              <a:rPr lang="it-IT" sz="2000"/>
              <a:t> </a:t>
            </a:r>
            <a:r>
              <a:rPr lang="it-IT" sz="2000" b="1" err="1"/>
              <a:t>all</a:t>
            </a:r>
            <a:r>
              <a:rPr lang="it-IT" sz="2000"/>
              <a:t> </a:t>
            </a:r>
            <a:r>
              <a:rPr lang="it-IT" sz="2000" err="1"/>
              <a:t>return</a:t>
            </a:r>
            <a:r>
              <a:rPr lang="it-IT" sz="2000"/>
              <a:t> </a:t>
            </a:r>
            <a:r>
              <a:rPr lang="it-IT" sz="2000" i="1" err="1"/>
              <a:t>failure</a:t>
            </a:r>
            <a:r>
              <a:rPr lang="it-IT" sz="2000"/>
              <a:t>, </a:t>
            </a:r>
            <a:r>
              <a:rPr lang="it-IT" sz="2000" err="1"/>
              <a:t>it</a:t>
            </a:r>
            <a:r>
              <a:rPr lang="it-IT" sz="2000"/>
              <a:t> </a:t>
            </a:r>
            <a:r>
              <a:rPr lang="it-IT" sz="2000" err="1"/>
              <a:t>returns</a:t>
            </a:r>
            <a:r>
              <a:rPr lang="it-IT" sz="2000"/>
              <a:t> </a:t>
            </a:r>
            <a:r>
              <a:rPr lang="it-IT" sz="2000" i="1" err="1"/>
              <a:t>failure</a:t>
            </a:r>
            <a:r>
              <a:rPr lang="it-IT" sz="2000"/>
              <a:t>.</a:t>
            </a:r>
          </a:p>
          <a:p>
            <a:pPr marL="0" indent="0">
              <a:buNone/>
            </a:pPr>
            <a:endParaRPr lang="it-IT" sz="2000"/>
          </a:p>
          <a:p>
            <a:r>
              <a:rPr lang="it-IT" sz="2000" err="1"/>
              <a:t>Also</a:t>
            </a:r>
            <a:r>
              <a:rPr lang="it-IT" sz="2000"/>
              <a:t> </a:t>
            </a:r>
            <a:r>
              <a:rPr lang="it-IT" sz="2000" err="1"/>
              <a:t>called</a:t>
            </a:r>
            <a:r>
              <a:rPr lang="it-IT" sz="2000"/>
              <a:t> </a:t>
            </a:r>
            <a:r>
              <a:rPr lang="it-IT" sz="2000" b="1"/>
              <a:t>selector</a:t>
            </a:r>
            <a:r>
              <a:rPr lang="it-IT" sz="2000"/>
              <a:t>.</a:t>
            </a:r>
            <a:endParaRPr lang="it-IT" sz="180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7B4C22-F360-7CA4-26AF-3D24BE5E5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Fallbacks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E86F312-9CFA-A380-6EE4-15BB2949C5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diagramma, schizzo, linea, testo&#10;&#10;Descrizione generata automaticamente">
            <a:extLst>
              <a:ext uri="{FF2B5EF4-FFF2-40B4-BE49-F238E27FC236}">
                <a16:creationId xmlns:a16="http://schemas.microsoft.com/office/drawing/2014/main" id="{B1C5A85F-6AC3-47A8-7573-B737E3C5F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4" y="1773803"/>
            <a:ext cx="5752383" cy="1950378"/>
          </a:xfrm>
          <a:prstGeom prst="rect">
            <a:avLst/>
          </a:pr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BFAE4EC7-604A-6B40-E7DD-0A111CE0A50A}"/>
              </a:ext>
            </a:extLst>
          </p:cNvPr>
          <p:cNvSpPr/>
          <p:nvPr/>
        </p:nvSpPr>
        <p:spPr>
          <a:xfrm>
            <a:off x="4077149" y="1698497"/>
            <a:ext cx="441064" cy="44106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ccia destra 10">
            <a:extLst>
              <a:ext uri="{FF2B5EF4-FFF2-40B4-BE49-F238E27FC236}">
                <a16:creationId xmlns:a16="http://schemas.microsoft.com/office/drawing/2014/main" id="{2B77D2A8-1177-85EE-D455-88B76ECD41EC}"/>
              </a:ext>
            </a:extLst>
          </p:cNvPr>
          <p:cNvSpPr/>
          <p:nvPr/>
        </p:nvSpPr>
        <p:spPr>
          <a:xfrm>
            <a:off x="2678656" y="1740130"/>
            <a:ext cx="1312433" cy="290457"/>
          </a:xfrm>
          <a:prstGeom prst="rightArrow">
            <a:avLst>
              <a:gd name="adj1" fmla="val 35186"/>
              <a:gd name="adj2" fmla="val 131481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5A01F579-98A3-CCBE-1B10-55EF55EBDA55}"/>
              </a:ext>
            </a:extLst>
          </p:cNvPr>
          <p:cNvSpPr/>
          <p:nvPr/>
        </p:nvSpPr>
        <p:spPr>
          <a:xfrm>
            <a:off x="4401671" y="2693994"/>
            <a:ext cx="441064" cy="44106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3DFBA37-AF10-8BF1-1940-79A5A31336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8" b="1652"/>
          <a:stretch/>
        </p:blipFill>
        <p:spPr>
          <a:xfrm>
            <a:off x="422301" y="4044615"/>
            <a:ext cx="5185973" cy="223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71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A02A3-445B-98EF-19D8-10C54A65C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F9247A18-4E57-C533-D90A-B34954741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2767" y="1845891"/>
            <a:ext cx="5752383" cy="5012109"/>
          </a:xfrm>
        </p:spPr>
        <p:txBody>
          <a:bodyPr>
            <a:normAutofit/>
          </a:bodyPr>
          <a:lstStyle/>
          <a:p>
            <a:r>
              <a:rPr lang="it-IT" sz="1800" b="1" err="1"/>
              <a:t>All</a:t>
            </a:r>
            <a:r>
              <a:rPr lang="it-IT" sz="1800"/>
              <a:t> </a:t>
            </a:r>
            <a:r>
              <a:rPr lang="it-IT" sz="1800" b="1" err="1"/>
              <a:t>children</a:t>
            </a:r>
            <a:r>
              <a:rPr lang="it-IT" sz="1800"/>
              <a:t> </a:t>
            </a:r>
            <a:r>
              <a:rPr lang="it-IT" sz="1800" err="1"/>
              <a:t>ticked</a:t>
            </a:r>
            <a:r>
              <a:rPr lang="it-IT" sz="1800"/>
              <a:t> </a:t>
            </a:r>
            <a:r>
              <a:rPr lang="it-IT" sz="1800" err="1"/>
              <a:t>at</a:t>
            </a:r>
            <a:r>
              <a:rPr lang="it-IT" sz="1800"/>
              <a:t> the </a:t>
            </a:r>
            <a:r>
              <a:rPr lang="it-IT" sz="1800" b="1" err="1"/>
              <a:t>same</a:t>
            </a:r>
            <a:r>
              <a:rPr lang="it-IT" sz="1800" b="1"/>
              <a:t> time </a:t>
            </a:r>
            <a:r>
              <a:rPr lang="it-IT" sz="1800"/>
              <a:t>(⇉). </a:t>
            </a:r>
          </a:p>
          <a:p>
            <a:pPr lvl="1"/>
            <a:r>
              <a:rPr lang="it-IT" sz="1400" err="1"/>
              <a:t>If</a:t>
            </a:r>
            <a:r>
              <a:rPr lang="it-IT" sz="1400"/>
              <a:t> </a:t>
            </a:r>
            <a:r>
              <a:rPr lang="it-IT" sz="1400" b="1"/>
              <a:t>M out of the </a:t>
            </a:r>
            <a:r>
              <a:rPr lang="it-IT" sz="1400" b="1" err="1"/>
              <a:t>N</a:t>
            </a:r>
            <a:r>
              <a:rPr lang="it-IT" sz="1400" b="1"/>
              <a:t> </a:t>
            </a:r>
            <a:r>
              <a:rPr lang="it-IT" sz="1400" err="1"/>
              <a:t>children</a:t>
            </a:r>
            <a:r>
              <a:rPr lang="it-IT" sz="1400"/>
              <a:t> </a:t>
            </a:r>
            <a:r>
              <a:rPr lang="it-IT" sz="1400" err="1"/>
              <a:t>return</a:t>
            </a:r>
            <a:r>
              <a:rPr lang="it-IT" sz="1400"/>
              <a:t> </a:t>
            </a:r>
            <a:r>
              <a:rPr lang="it-IT" sz="1400" i="1"/>
              <a:t>success</a:t>
            </a:r>
            <a:r>
              <a:rPr lang="it-IT" sz="1400"/>
              <a:t>, </a:t>
            </a:r>
            <a:r>
              <a:rPr lang="it-IT" sz="1400" err="1"/>
              <a:t>then</a:t>
            </a:r>
            <a:r>
              <a:rPr lang="it-IT" sz="1400"/>
              <a:t> so </a:t>
            </a:r>
            <a:r>
              <a:rPr lang="it-IT" sz="1400" err="1"/>
              <a:t>does</a:t>
            </a:r>
            <a:r>
              <a:rPr lang="it-IT" sz="1400"/>
              <a:t> the </a:t>
            </a:r>
            <a:r>
              <a:rPr lang="it-IT" sz="1400" err="1"/>
              <a:t>parallel</a:t>
            </a:r>
            <a:r>
              <a:rPr lang="it-IT" sz="1400"/>
              <a:t> </a:t>
            </a:r>
            <a:r>
              <a:rPr lang="it-IT" sz="1400" err="1"/>
              <a:t>node</a:t>
            </a:r>
            <a:r>
              <a:rPr lang="it-IT" sz="1400"/>
              <a:t> (M&lt;</a:t>
            </a:r>
            <a:r>
              <a:rPr lang="it-IT" sz="1400" err="1"/>
              <a:t>N</a:t>
            </a:r>
            <a:r>
              <a:rPr lang="it-IT" sz="1400"/>
              <a:t>). </a:t>
            </a:r>
          </a:p>
          <a:p>
            <a:pPr lvl="1"/>
            <a:r>
              <a:rPr lang="it-IT" sz="1400" err="1"/>
              <a:t>If</a:t>
            </a:r>
            <a:r>
              <a:rPr lang="it-IT" sz="1400"/>
              <a:t> </a:t>
            </a:r>
            <a:r>
              <a:rPr lang="it-IT" sz="1400" b="1"/>
              <a:t>more </a:t>
            </a:r>
            <a:r>
              <a:rPr lang="it-IT" sz="1400" b="1" err="1"/>
              <a:t>than</a:t>
            </a:r>
            <a:r>
              <a:rPr lang="it-IT" sz="1400" b="1"/>
              <a:t> </a:t>
            </a:r>
            <a:r>
              <a:rPr lang="it-IT" sz="1400" b="1" err="1"/>
              <a:t>N</a:t>
            </a:r>
            <a:r>
              <a:rPr lang="it-IT" sz="1400" b="1"/>
              <a:t> − M</a:t>
            </a:r>
            <a:r>
              <a:rPr lang="it-IT" sz="1400"/>
              <a:t> </a:t>
            </a:r>
            <a:r>
              <a:rPr lang="it-IT" sz="1400" err="1"/>
              <a:t>return</a:t>
            </a:r>
            <a:r>
              <a:rPr lang="it-IT" sz="1400"/>
              <a:t> </a:t>
            </a:r>
            <a:r>
              <a:rPr lang="it-IT" sz="1400" i="1" err="1"/>
              <a:t>failure</a:t>
            </a:r>
            <a:r>
              <a:rPr lang="it-IT" sz="1400"/>
              <a:t>, </a:t>
            </a:r>
            <a:r>
              <a:rPr lang="it-IT" sz="1400" err="1"/>
              <a:t>thus</a:t>
            </a:r>
            <a:r>
              <a:rPr lang="it-IT" sz="1400"/>
              <a:t> rendering success </a:t>
            </a:r>
            <a:r>
              <a:rPr lang="it-IT" sz="1400" err="1"/>
              <a:t>impossible</a:t>
            </a:r>
            <a:r>
              <a:rPr lang="it-IT" sz="1400"/>
              <a:t>, </a:t>
            </a:r>
            <a:r>
              <a:rPr lang="it-IT" sz="1400" err="1"/>
              <a:t>it</a:t>
            </a:r>
            <a:r>
              <a:rPr lang="it-IT" sz="1400"/>
              <a:t> </a:t>
            </a:r>
            <a:r>
              <a:rPr lang="it-IT" sz="1400" err="1"/>
              <a:t>returns</a:t>
            </a:r>
            <a:r>
              <a:rPr lang="it-IT" sz="1400"/>
              <a:t> </a:t>
            </a:r>
            <a:r>
              <a:rPr lang="it-IT" sz="1400" i="1" err="1"/>
              <a:t>failure</a:t>
            </a:r>
            <a:r>
              <a:rPr lang="it-IT" sz="1400"/>
              <a:t>.</a:t>
            </a:r>
          </a:p>
          <a:p>
            <a:pPr lvl="1"/>
            <a:r>
              <a:rPr lang="it-IT" sz="1400" err="1"/>
              <a:t>If</a:t>
            </a:r>
            <a:r>
              <a:rPr lang="it-IT" sz="1400"/>
              <a:t> </a:t>
            </a:r>
            <a:r>
              <a:rPr lang="it-IT" sz="1400" b="1"/>
              <a:t>none</a:t>
            </a:r>
            <a:r>
              <a:rPr lang="it-IT" sz="1400"/>
              <a:t> of the </a:t>
            </a:r>
            <a:r>
              <a:rPr lang="it-IT" sz="1400" err="1"/>
              <a:t>conditions</a:t>
            </a:r>
            <a:r>
              <a:rPr lang="it-IT" sz="1400"/>
              <a:t> </a:t>
            </a:r>
            <a:r>
              <a:rPr lang="it-IT" sz="1400" err="1"/>
              <a:t>above</a:t>
            </a:r>
            <a:r>
              <a:rPr lang="it-IT" sz="1400"/>
              <a:t> are </a:t>
            </a:r>
            <a:r>
              <a:rPr lang="it-IT" sz="1400" err="1"/>
              <a:t>met</a:t>
            </a:r>
            <a:r>
              <a:rPr lang="it-IT" sz="1400"/>
              <a:t>, </a:t>
            </a:r>
            <a:r>
              <a:rPr lang="it-IT" sz="1400" err="1"/>
              <a:t>it</a:t>
            </a:r>
            <a:r>
              <a:rPr lang="it-IT" sz="1400"/>
              <a:t> </a:t>
            </a:r>
            <a:r>
              <a:rPr lang="it-IT" sz="1400" err="1"/>
              <a:t>returns</a:t>
            </a:r>
            <a:r>
              <a:rPr lang="it-IT" sz="1400"/>
              <a:t> </a:t>
            </a:r>
            <a:r>
              <a:rPr lang="it-IT" sz="1400" i="1"/>
              <a:t>running</a:t>
            </a:r>
            <a:r>
              <a:rPr lang="it-IT" sz="1400"/>
              <a:t>. </a:t>
            </a:r>
            <a:endParaRPr lang="it-IT" sz="1800"/>
          </a:p>
          <a:p>
            <a:r>
              <a:rPr lang="it-IT" sz="1800" err="1"/>
              <a:t>Normally</a:t>
            </a:r>
            <a:r>
              <a:rPr lang="it-IT" sz="1800"/>
              <a:t> </a:t>
            </a:r>
            <a:r>
              <a:rPr lang="it-IT" sz="1800" err="1"/>
              <a:t>used</a:t>
            </a:r>
            <a:r>
              <a:rPr lang="it-IT" sz="1800"/>
              <a:t> </a:t>
            </a:r>
            <a:r>
              <a:rPr lang="it-IT" sz="1800" err="1"/>
              <a:t>when</a:t>
            </a:r>
            <a:r>
              <a:rPr lang="it-IT" sz="1800"/>
              <a:t> the sub-</a:t>
            </a:r>
            <a:r>
              <a:rPr lang="it-IT" sz="1800" err="1"/>
              <a:t>tree</a:t>
            </a:r>
            <a:r>
              <a:rPr lang="it-IT" sz="1800"/>
              <a:t> tasks are </a:t>
            </a:r>
            <a:r>
              <a:rPr lang="it-IT" sz="1800" b="1" err="1"/>
              <a:t>orthogonal</a:t>
            </a:r>
            <a:r>
              <a:rPr lang="it-IT" sz="1800"/>
              <a:t>, i.e., </a:t>
            </a:r>
            <a:r>
              <a:rPr lang="it-IT" sz="1800" err="1"/>
              <a:t>independent</a:t>
            </a:r>
            <a:r>
              <a:rPr lang="it-IT" sz="1800"/>
              <a:t>.</a:t>
            </a:r>
          </a:p>
          <a:p>
            <a:r>
              <a:rPr lang="it-IT" sz="1800"/>
              <a:t>In </a:t>
            </a:r>
            <a:r>
              <a:rPr lang="it-IT" sz="1800" err="1"/>
              <a:t>robotic</a:t>
            </a:r>
            <a:r>
              <a:rPr lang="it-IT" sz="1800"/>
              <a:t> </a:t>
            </a:r>
            <a:r>
              <a:rPr lang="it-IT" sz="1800" err="1"/>
              <a:t>applications</a:t>
            </a:r>
            <a:r>
              <a:rPr lang="it-IT" sz="1800"/>
              <a:t>, </a:t>
            </a:r>
            <a:r>
              <a:rPr lang="it-IT" sz="1800" err="1"/>
              <a:t>it</a:t>
            </a:r>
            <a:r>
              <a:rPr lang="it-IT" sz="1800"/>
              <a:t> can help </a:t>
            </a:r>
            <a:r>
              <a:rPr lang="it-IT" sz="1800" b="1" err="1"/>
              <a:t>mitigating</a:t>
            </a:r>
            <a:r>
              <a:rPr lang="it-IT" sz="1800" b="1"/>
              <a:t> the </a:t>
            </a:r>
            <a:r>
              <a:rPr lang="it-IT" sz="1800" b="1" err="1"/>
              <a:t>curse</a:t>
            </a:r>
            <a:r>
              <a:rPr lang="it-IT" sz="1800" b="1"/>
              <a:t> of </a:t>
            </a:r>
            <a:r>
              <a:rPr lang="it-IT" sz="1800" b="1" err="1"/>
              <a:t>dimensionality</a:t>
            </a:r>
            <a:r>
              <a:rPr lang="it-IT" sz="1800"/>
              <a:t>.</a:t>
            </a:r>
          </a:p>
          <a:p>
            <a:r>
              <a:rPr lang="it-IT" sz="1800"/>
              <a:t>Extensions:</a:t>
            </a:r>
          </a:p>
          <a:p>
            <a:pPr lvl="1"/>
            <a:r>
              <a:rPr lang="it-IT" sz="1400" i="1" err="1"/>
              <a:t>Synchronized</a:t>
            </a:r>
            <a:r>
              <a:rPr lang="it-IT" sz="1400" i="1"/>
              <a:t> </a:t>
            </a:r>
            <a:r>
              <a:rPr lang="it-IT" sz="1400" i="1" err="1"/>
              <a:t>Parallel</a:t>
            </a:r>
            <a:r>
              <a:rPr lang="it-IT" sz="1400" i="1"/>
              <a:t> operator</a:t>
            </a:r>
            <a:r>
              <a:rPr lang="it-IT" sz="1400"/>
              <a:t>: </a:t>
            </a:r>
            <a:r>
              <a:rPr lang="it-IT" sz="1400" err="1"/>
              <a:t>all</a:t>
            </a:r>
            <a:r>
              <a:rPr lang="it-IT" sz="1400"/>
              <a:t> the </a:t>
            </a:r>
            <a:r>
              <a:rPr lang="it-IT" sz="1400" err="1"/>
              <a:t>children</a:t>
            </a:r>
            <a:r>
              <a:rPr lang="it-IT" sz="1400"/>
              <a:t> share a minimum progress </a:t>
            </a:r>
            <a:r>
              <a:rPr lang="it-IT" sz="1400" err="1"/>
              <a:t>value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they</a:t>
            </a:r>
            <a:r>
              <a:rPr lang="it-IT" sz="1400"/>
              <a:t> </a:t>
            </a:r>
            <a:r>
              <a:rPr lang="it-IT" sz="1400" err="1"/>
              <a:t>have</a:t>
            </a:r>
            <a:r>
              <a:rPr lang="it-IT" sz="1400"/>
              <a:t> to </a:t>
            </a:r>
            <a:r>
              <a:rPr lang="it-IT" sz="1400" err="1"/>
              <a:t>reach</a:t>
            </a:r>
            <a:r>
              <a:rPr lang="it-IT" sz="1400"/>
              <a:t> in </a:t>
            </a:r>
            <a:r>
              <a:rPr lang="it-IT" sz="1400" err="1"/>
              <a:t>order</a:t>
            </a:r>
            <a:r>
              <a:rPr lang="it-IT" sz="1400"/>
              <a:t> to </a:t>
            </a:r>
            <a:r>
              <a:rPr lang="it-IT" sz="1400" err="1"/>
              <a:t>proceed</a:t>
            </a:r>
            <a:r>
              <a:rPr lang="it-IT" sz="1400"/>
              <a:t> with the </a:t>
            </a:r>
            <a:r>
              <a:rPr lang="it-IT" sz="1400" err="1"/>
              <a:t>execution</a:t>
            </a:r>
            <a:r>
              <a:rPr lang="it-IT" sz="1400"/>
              <a:t>.</a:t>
            </a:r>
          </a:p>
          <a:p>
            <a:pPr lvl="1"/>
            <a:r>
              <a:rPr lang="it-IT" sz="1400" i="1" err="1"/>
              <a:t>Mutually</a:t>
            </a:r>
            <a:r>
              <a:rPr lang="it-IT" sz="1400" i="1"/>
              <a:t> </a:t>
            </a:r>
            <a:r>
              <a:rPr lang="it-IT" sz="1400" i="1" err="1"/>
              <a:t>Exclusive</a:t>
            </a:r>
            <a:r>
              <a:rPr lang="it-IT" sz="1400" i="1"/>
              <a:t> </a:t>
            </a:r>
            <a:r>
              <a:rPr lang="it-IT" sz="1400" i="1" err="1"/>
              <a:t>Parallel</a:t>
            </a:r>
            <a:r>
              <a:rPr lang="it-IT" sz="1400" i="1"/>
              <a:t> operator</a:t>
            </a:r>
            <a:r>
              <a:rPr lang="it-IT" sz="1400"/>
              <a:t>: </a:t>
            </a:r>
            <a:r>
              <a:rPr lang="it-IT" sz="1400" err="1"/>
              <a:t>only</a:t>
            </a:r>
            <a:r>
              <a:rPr lang="it-IT" sz="1400"/>
              <a:t> </a:t>
            </a:r>
            <a:r>
              <a:rPr lang="it-IT" sz="1400" err="1"/>
              <a:t>executes</a:t>
            </a:r>
            <a:r>
              <a:rPr lang="it-IT" sz="1400"/>
              <a:t> a </a:t>
            </a:r>
            <a:r>
              <a:rPr lang="it-IT" sz="1400" err="1"/>
              <a:t>child</a:t>
            </a:r>
            <a:r>
              <a:rPr lang="it-IT" sz="1400"/>
              <a:t> </a:t>
            </a:r>
            <a:r>
              <a:rPr lang="it-IT" sz="1400" err="1"/>
              <a:t>if</a:t>
            </a:r>
            <a:r>
              <a:rPr lang="it-IT" sz="1400"/>
              <a:t> </a:t>
            </a:r>
            <a:r>
              <a:rPr lang="it-IT" sz="1400" err="1"/>
              <a:t>it</a:t>
            </a:r>
            <a:r>
              <a:rPr lang="it-IT" sz="1400"/>
              <a:t> </a:t>
            </a:r>
            <a:r>
              <a:rPr lang="it-IT" sz="1400" err="1"/>
              <a:t>uses</a:t>
            </a:r>
            <a:r>
              <a:rPr lang="it-IT" sz="1400"/>
              <a:t> </a:t>
            </a:r>
            <a:r>
              <a:rPr lang="it-IT" sz="1400" err="1"/>
              <a:t>resources</a:t>
            </a:r>
            <a:r>
              <a:rPr lang="it-IT" sz="1400"/>
              <a:t> </a:t>
            </a:r>
            <a:r>
              <a:rPr lang="it-IT" sz="1400" err="1"/>
              <a:t>which</a:t>
            </a:r>
            <a:r>
              <a:rPr lang="it-IT" sz="1400"/>
              <a:t> are </a:t>
            </a:r>
            <a:r>
              <a:rPr lang="it-IT" sz="1400" err="1"/>
              <a:t>not</a:t>
            </a:r>
            <a:r>
              <a:rPr lang="it-IT" sz="1400"/>
              <a:t> </a:t>
            </a:r>
            <a:r>
              <a:rPr lang="it-IT" sz="1400" err="1"/>
              <a:t>needed</a:t>
            </a:r>
            <a:r>
              <a:rPr lang="it-IT" sz="1400"/>
              <a:t> by </a:t>
            </a:r>
            <a:r>
              <a:rPr lang="it-IT" sz="1400" err="1"/>
              <a:t>other</a:t>
            </a:r>
            <a:r>
              <a:rPr lang="it-IT" sz="1400"/>
              <a:t> running </a:t>
            </a:r>
            <a:r>
              <a:rPr lang="it-IT" sz="1400" err="1"/>
              <a:t>children</a:t>
            </a:r>
            <a:r>
              <a:rPr lang="it-IT" sz="1400"/>
              <a:t>.</a:t>
            </a:r>
          </a:p>
          <a:p>
            <a:pPr lvl="1"/>
            <a:endParaRPr lang="it-IT" sz="1400"/>
          </a:p>
          <a:p>
            <a:pPr lvl="1"/>
            <a:endParaRPr lang="it-IT" sz="1400"/>
          </a:p>
          <a:p>
            <a:endParaRPr lang="it-IT" sz="1800"/>
          </a:p>
          <a:p>
            <a:endParaRPr lang="it-IT" sz="1800"/>
          </a:p>
          <a:p>
            <a:endParaRPr lang="it-IT" sz="1800"/>
          </a:p>
          <a:p>
            <a:endParaRPr lang="it-IT" sz="1800"/>
          </a:p>
          <a:p>
            <a:endParaRPr lang="it-IT" sz="180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9B89158-766E-0213-78BD-0C9A82C1E0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Parallel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B6E86D2-9AF0-88B0-992E-08742A4C7D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diagramma, schizzo, linea, testo&#10;&#10;Descrizione generata automaticamente">
            <a:extLst>
              <a:ext uri="{FF2B5EF4-FFF2-40B4-BE49-F238E27FC236}">
                <a16:creationId xmlns:a16="http://schemas.microsoft.com/office/drawing/2014/main" id="{469FA345-B36F-1521-41F1-0F78F83FC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4" y="1773803"/>
            <a:ext cx="5752383" cy="1950378"/>
          </a:xfrm>
          <a:prstGeom prst="rect">
            <a:avLst/>
          </a:pr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BCCAC85F-C671-49D1-8EFD-794AAA13E201}"/>
              </a:ext>
            </a:extLst>
          </p:cNvPr>
          <p:cNvSpPr/>
          <p:nvPr/>
        </p:nvSpPr>
        <p:spPr>
          <a:xfrm>
            <a:off x="1744389" y="3242317"/>
            <a:ext cx="675777" cy="64633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ccia destra 10">
            <a:extLst>
              <a:ext uri="{FF2B5EF4-FFF2-40B4-BE49-F238E27FC236}">
                <a16:creationId xmlns:a16="http://schemas.microsoft.com/office/drawing/2014/main" id="{11935D39-9D86-28D3-0394-67B592F0C0F4}"/>
              </a:ext>
            </a:extLst>
          </p:cNvPr>
          <p:cNvSpPr/>
          <p:nvPr/>
        </p:nvSpPr>
        <p:spPr>
          <a:xfrm>
            <a:off x="576072" y="3434767"/>
            <a:ext cx="1078851" cy="290457"/>
          </a:xfrm>
          <a:prstGeom prst="rightArrow">
            <a:avLst>
              <a:gd name="adj1" fmla="val 35186"/>
              <a:gd name="adj2" fmla="val 131481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2B47E4-B772-1B0B-96C1-F6BE95006B2F}"/>
              </a:ext>
            </a:extLst>
          </p:cNvPr>
          <p:cNvSpPr txBox="1"/>
          <p:nvPr/>
        </p:nvSpPr>
        <p:spPr>
          <a:xfrm>
            <a:off x="1804826" y="3243095"/>
            <a:ext cx="675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/>
              <a:t>⇉</a:t>
            </a:r>
            <a:endParaRPr lang="it-IT"/>
          </a:p>
        </p:txBody>
      </p:sp>
      <p:pic>
        <p:nvPicPr>
          <p:cNvPr id="10" name="Immagine 9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0B03A3C1-EB91-A29D-3F17-935C23FF1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2" y="4041978"/>
            <a:ext cx="5218626" cy="224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3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D1AAE-7B56-DDA4-8AD1-5413F90A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81D1CBE2-71D7-203D-199E-AF63B5175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0952" y="1845892"/>
            <a:ext cx="5624789" cy="2387442"/>
          </a:xfrm>
        </p:spPr>
        <p:txBody>
          <a:bodyPr>
            <a:normAutofit/>
          </a:bodyPr>
          <a:lstStyle/>
          <a:p>
            <a:r>
              <a:rPr lang="it-IT" sz="2000" b="1" err="1"/>
              <a:t>Executes</a:t>
            </a:r>
            <a:r>
              <a:rPr lang="it-IT" sz="2000" b="1"/>
              <a:t> a </a:t>
            </a:r>
            <a:r>
              <a:rPr lang="it-IT" sz="2000" b="1" err="1"/>
              <a:t>command</a:t>
            </a:r>
            <a:r>
              <a:rPr lang="it-IT" sz="2000" b="1"/>
              <a:t> </a:t>
            </a:r>
            <a:r>
              <a:rPr lang="it-IT" sz="2000" err="1"/>
              <a:t>upon</a:t>
            </a:r>
            <a:r>
              <a:rPr lang="it-IT" sz="2000"/>
              <a:t> </a:t>
            </a:r>
            <a:r>
              <a:rPr lang="it-IT" sz="2000" err="1"/>
              <a:t>receiving</a:t>
            </a:r>
            <a:r>
              <a:rPr lang="it-IT" sz="2000"/>
              <a:t> a tick.</a:t>
            </a:r>
          </a:p>
          <a:p>
            <a:pPr lvl="1"/>
            <a:r>
              <a:rPr lang="it-IT" sz="1600"/>
              <a:t>E.g., </a:t>
            </a:r>
            <a:r>
              <a:rPr lang="it-IT" sz="1600" err="1"/>
              <a:t>move</a:t>
            </a:r>
            <a:r>
              <a:rPr lang="it-IT" sz="1600"/>
              <a:t> the agent, </a:t>
            </a:r>
            <a:r>
              <a:rPr lang="it-IT" sz="1600" err="1"/>
              <a:t>grasp</a:t>
            </a:r>
            <a:r>
              <a:rPr lang="it-IT" sz="1600"/>
              <a:t> the </a:t>
            </a:r>
            <a:r>
              <a:rPr lang="it-IT" sz="1600" err="1"/>
              <a:t>arrow</a:t>
            </a:r>
            <a:r>
              <a:rPr lang="it-IT" sz="1600"/>
              <a:t>, </a:t>
            </a:r>
            <a:r>
              <a:rPr lang="it-IT" sz="1600" err="1"/>
              <a:t>pick</a:t>
            </a:r>
            <a:r>
              <a:rPr lang="it-IT" sz="1600"/>
              <a:t> the box. </a:t>
            </a:r>
          </a:p>
          <a:p>
            <a:pPr lvl="1"/>
            <a:r>
              <a:rPr lang="it-IT" sz="1600" err="1"/>
              <a:t>Represented</a:t>
            </a:r>
            <a:r>
              <a:rPr lang="it-IT" sz="1600"/>
              <a:t> with boxes with text (</a:t>
            </a:r>
            <a:r>
              <a:rPr lang="it-IT" sz="1600" err="1"/>
              <a:t>shaded</a:t>
            </a:r>
            <a:r>
              <a:rPr lang="it-IT" sz="1600"/>
              <a:t> background in the </a:t>
            </a:r>
            <a:r>
              <a:rPr lang="it-IT" sz="1600" err="1"/>
              <a:t>example</a:t>
            </a:r>
            <a:r>
              <a:rPr lang="it-IT" sz="1600"/>
              <a:t>).</a:t>
            </a:r>
          </a:p>
          <a:p>
            <a:endParaRPr lang="it-IT" sz="2000"/>
          </a:p>
          <a:p>
            <a:r>
              <a:rPr lang="it-IT" sz="2000" err="1"/>
              <a:t>Returns</a:t>
            </a:r>
            <a:r>
              <a:rPr lang="it-IT" sz="2000"/>
              <a:t> </a:t>
            </a:r>
            <a:r>
              <a:rPr lang="it-IT" sz="2000" i="1"/>
              <a:t>success</a:t>
            </a:r>
            <a:r>
              <a:rPr lang="it-IT" sz="2000"/>
              <a:t> </a:t>
            </a:r>
            <a:r>
              <a:rPr lang="it-IT" sz="2000" err="1"/>
              <a:t>when</a:t>
            </a:r>
            <a:r>
              <a:rPr lang="it-IT" sz="2000"/>
              <a:t> </a:t>
            </a:r>
            <a:r>
              <a:rPr lang="it-IT" sz="2000" err="1"/>
              <a:t>done</a:t>
            </a:r>
            <a:r>
              <a:rPr lang="it-IT" sz="2000"/>
              <a:t>, </a:t>
            </a:r>
            <a:r>
              <a:rPr lang="it-IT" sz="2000" i="1" err="1"/>
              <a:t>failure</a:t>
            </a:r>
            <a:r>
              <a:rPr lang="it-IT" sz="2000"/>
              <a:t> </a:t>
            </a:r>
            <a:r>
              <a:rPr lang="it-IT" sz="2000" err="1"/>
              <a:t>if</a:t>
            </a:r>
            <a:r>
              <a:rPr lang="it-IT" sz="2000"/>
              <a:t> </a:t>
            </a:r>
            <a:r>
              <a:rPr lang="it-IT" sz="2000" err="1"/>
              <a:t>unsuccessful</a:t>
            </a:r>
            <a:r>
              <a:rPr lang="it-IT" sz="2000"/>
              <a:t>, and </a:t>
            </a:r>
            <a:r>
              <a:rPr lang="it-IT" sz="2000" i="1"/>
              <a:t>running</a:t>
            </a:r>
            <a:r>
              <a:rPr lang="it-IT" sz="2000"/>
              <a:t> </a:t>
            </a:r>
            <a:r>
              <a:rPr lang="it-IT" sz="2000" err="1"/>
              <a:t>if</a:t>
            </a:r>
            <a:r>
              <a:rPr lang="it-IT" sz="2000"/>
              <a:t> </a:t>
            </a:r>
            <a:r>
              <a:rPr lang="it-IT" sz="2000" err="1"/>
              <a:t>executing</a:t>
            </a:r>
            <a:r>
              <a:rPr lang="it-IT" sz="2000"/>
              <a:t>.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77799E1-FEA9-158B-4C21-EC09A2B872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/>
              <a:t>Action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13C55D2-2858-F276-7CF7-9167FC8CD0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diagramma, schizzo, linea, testo&#10;&#10;Descrizione generata automaticamente">
            <a:extLst>
              <a:ext uri="{FF2B5EF4-FFF2-40B4-BE49-F238E27FC236}">
                <a16:creationId xmlns:a16="http://schemas.microsoft.com/office/drawing/2014/main" id="{C3409A99-C7ED-AE6A-D981-CCA670B97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4" y="1773803"/>
            <a:ext cx="5752383" cy="1950378"/>
          </a:xfrm>
          <a:prstGeom prst="rect">
            <a:avLst/>
          </a:pr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97786660-84EF-0A5C-2EE9-0A687FA79CE6}"/>
              </a:ext>
            </a:extLst>
          </p:cNvPr>
          <p:cNvSpPr/>
          <p:nvPr/>
        </p:nvSpPr>
        <p:spPr>
          <a:xfrm>
            <a:off x="4086427" y="2013605"/>
            <a:ext cx="1036040" cy="68444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98644C8B-11B1-21B2-B14F-4AD595F3F974}"/>
              </a:ext>
            </a:extLst>
          </p:cNvPr>
          <p:cNvSpPr/>
          <p:nvPr/>
        </p:nvSpPr>
        <p:spPr>
          <a:xfrm>
            <a:off x="913784" y="2572300"/>
            <a:ext cx="1036040" cy="68444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258F5DEB-B0A5-7AFD-7856-D7F7BC29517D}"/>
              </a:ext>
            </a:extLst>
          </p:cNvPr>
          <p:cNvSpPr/>
          <p:nvPr/>
        </p:nvSpPr>
        <p:spPr>
          <a:xfrm>
            <a:off x="2658602" y="2570944"/>
            <a:ext cx="1036040" cy="68444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7D6A08C8-AF6D-93EF-546E-53D5F8D96272}"/>
              </a:ext>
            </a:extLst>
          </p:cNvPr>
          <p:cNvSpPr/>
          <p:nvPr/>
        </p:nvSpPr>
        <p:spPr>
          <a:xfrm>
            <a:off x="3242561" y="3024116"/>
            <a:ext cx="2769084" cy="86430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Freccia destra 11">
            <a:extLst>
              <a:ext uri="{FF2B5EF4-FFF2-40B4-BE49-F238E27FC236}">
                <a16:creationId xmlns:a16="http://schemas.microsoft.com/office/drawing/2014/main" id="{EA298A92-CD7D-7F84-90BE-B543C750F199}"/>
              </a:ext>
            </a:extLst>
          </p:cNvPr>
          <p:cNvSpPr/>
          <p:nvPr/>
        </p:nvSpPr>
        <p:spPr>
          <a:xfrm>
            <a:off x="1869168" y="3343880"/>
            <a:ext cx="1312433" cy="290457"/>
          </a:xfrm>
          <a:prstGeom prst="rightArrow">
            <a:avLst>
              <a:gd name="adj1" fmla="val 35186"/>
              <a:gd name="adj2" fmla="val 131481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contenuto 1">
            <a:extLst>
              <a:ext uri="{FF2B5EF4-FFF2-40B4-BE49-F238E27FC236}">
                <a16:creationId xmlns:a16="http://schemas.microsoft.com/office/drawing/2014/main" id="{9B416B2A-A7EE-CE83-76A6-0C15164292FD}"/>
              </a:ext>
            </a:extLst>
          </p:cNvPr>
          <p:cNvSpPr txBox="1">
            <a:spLocks/>
          </p:cNvSpPr>
          <p:nvPr/>
        </p:nvSpPr>
        <p:spPr>
          <a:xfrm>
            <a:off x="564444" y="4300545"/>
            <a:ext cx="11627555" cy="2502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7393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00843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9475F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BC9C6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 kern="1200">
                <a:solidFill>
                  <a:srgbClr val="29475F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err="1"/>
              <a:t>Might</a:t>
            </a:r>
            <a:r>
              <a:rPr lang="it-IT" sz="2000"/>
              <a:t> </a:t>
            </a:r>
            <a:r>
              <a:rPr lang="it-IT" sz="2000" err="1"/>
              <a:t>need</a:t>
            </a:r>
            <a:r>
              <a:rPr lang="it-IT" sz="2000"/>
              <a:t> to access </a:t>
            </a:r>
            <a:r>
              <a:rPr lang="it-IT" sz="2000" b="1" err="1"/>
              <a:t>stored</a:t>
            </a:r>
            <a:r>
              <a:rPr lang="it-IT" sz="2000" b="1"/>
              <a:t> data </a:t>
            </a:r>
            <a:r>
              <a:rPr lang="it-IT" sz="2000" err="1"/>
              <a:t>about</a:t>
            </a:r>
            <a:r>
              <a:rPr lang="it-IT" sz="2000"/>
              <a:t> the world.</a:t>
            </a:r>
          </a:p>
          <a:p>
            <a:endParaRPr lang="it-IT" sz="2000"/>
          </a:p>
          <a:p>
            <a:r>
              <a:rPr lang="it-IT" sz="2000"/>
              <a:t>Can be </a:t>
            </a:r>
            <a:r>
              <a:rPr lang="it-IT" sz="2000" b="1" err="1"/>
              <a:t>parametrized</a:t>
            </a:r>
            <a:r>
              <a:rPr lang="it-IT" sz="2000"/>
              <a:t>: </a:t>
            </a:r>
          </a:p>
          <a:p>
            <a:pPr lvl="1"/>
            <a:r>
              <a:rPr lang="it-IT" sz="1600"/>
              <a:t>Hard </a:t>
            </a:r>
            <a:r>
              <a:rPr lang="it-IT" sz="1600" err="1"/>
              <a:t>coded</a:t>
            </a:r>
            <a:r>
              <a:rPr lang="it-IT" sz="1600"/>
              <a:t> </a:t>
            </a:r>
            <a:r>
              <a:rPr lang="it-IT" sz="1600" err="1"/>
              <a:t>parameters</a:t>
            </a:r>
            <a:r>
              <a:rPr lang="it-IT" sz="1600"/>
              <a:t>.</a:t>
            </a:r>
          </a:p>
          <a:p>
            <a:pPr lvl="1"/>
            <a:r>
              <a:rPr lang="it-IT" sz="1600" err="1"/>
              <a:t>Depending</a:t>
            </a:r>
            <a:r>
              <a:rPr lang="it-IT" sz="1600"/>
              <a:t> on the state of the world.</a:t>
            </a:r>
          </a:p>
          <a:p>
            <a:pPr lvl="1"/>
            <a:r>
              <a:rPr lang="it-IT" sz="1600"/>
              <a:t>Using </a:t>
            </a:r>
            <a:r>
              <a:rPr lang="it-IT" sz="1600" i="1" err="1"/>
              <a:t>Parametrized</a:t>
            </a:r>
            <a:r>
              <a:rPr lang="it-IT" sz="1600" i="1"/>
              <a:t> Action </a:t>
            </a:r>
            <a:r>
              <a:rPr lang="it-IT" sz="1600" i="1" err="1"/>
              <a:t>Representation</a:t>
            </a:r>
            <a:r>
              <a:rPr lang="it-IT" sz="1600"/>
              <a:t> (PAR).</a:t>
            </a:r>
          </a:p>
        </p:txBody>
      </p:sp>
    </p:spTree>
    <p:extLst>
      <p:ext uri="{BB962C8B-B14F-4D97-AF65-F5344CB8AC3E}">
        <p14:creationId xmlns:p14="http://schemas.microsoft.com/office/powerpoint/2010/main" val="834376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A1D8B-904C-2BD4-AD5F-00956ECE2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B29EF40E-C6C1-C40C-E588-99519AAC4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2767" y="1845892"/>
            <a:ext cx="6189232" cy="4064582"/>
          </a:xfrm>
        </p:spPr>
        <p:txBody>
          <a:bodyPr>
            <a:normAutofit/>
          </a:bodyPr>
          <a:lstStyle/>
          <a:p>
            <a:r>
              <a:rPr lang="it-IT" sz="2000" b="1"/>
              <a:t>Checks </a:t>
            </a:r>
            <a:r>
              <a:rPr lang="it-IT" sz="2000" b="1" err="1"/>
              <a:t>propositions</a:t>
            </a:r>
            <a:r>
              <a:rPr lang="it-IT" sz="2000" b="1"/>
              <a:t> </a:t>
            </a:r>
            <a:r>
              <a:rPr lang="it-IT" sz="2000" err="1"/>
              <a:t>upon</a:t>
            </a:r>
            <a:r>
              <a:rPr lang="it-IT" sz="2000"/>
              <a:t> </a:t>
            </a:r>
            <a:r>
              <a:rPr lang="it-IT" sz="2000" err="1"/>
              <a:t>receiving</a:t>
            </a:r>
            <a:r>
              <a:rPr lang="it-IT" sz="2000"/>
              <a:t> a tick.</a:t>
            </a:r>
          </a:p>
          <a:p>
            <a:endParaRPr lang="it-IT" sz="2000"/>
          </a:p>
          <a:p>
            <a:r>
              <a:rPr lang="it-IT" sz="2000"/>
              <a:t>Can </a:t>
            </a:r>
            <a:r>
              <a:rPr lang="it-IT" sz="2000" b="1" err="1"/>
              <a:t>only</a:t>
            </a:r>
            <a:r>
              <a:rPr lang="it-IT" sz="2000"/>
              <a:t> </a:t>
            </a:r>
            <a:r>
              <a:rPr lang="it-IT" sz="2000" err="1"/>
              <a:t>return</a:t>
            </a:r>
            <a:r>
              <a:rPr lang="it-IT" sz="2000"/>
              <a:t> </a:t>
            </a:r>
            <a:r>
              <a:rPr lang="it-IT" sz="2000" i="1"/>
              <a:t>success</a:t>
            </a:r>
            <a:r>
              <a:rPr lang="it-IT" sz="2000"/>
              <a:t> or </a:t>
            </a:r>
            <a:r>
              <a:rPr lang="it-IT" sz="2000" i="1" err="1"/>
              <a:t>failure</a:t>
            </a:r>
            <a:r>
              <a:rPr lang="it-IT" sz="2000"/>
              <a:t>.</a:t>
            </a:r>
          </a:p>
          <a:p>
            <a:endParaRPr lang="it-IT" sz="2000"/>
          </a:p>
          <a:p>
            <a:r>
              <a:rPr lang="it-IT" sz="2000" err="1"/>
              <a:t>They</a:t>
            </a:r>
            <a:r>
              <a:rPr lang="it-IT" sz="2000"/>
              <a:t> are </a:t>
            </a:r>
            <a:r>
              <a:rPr lang="it-IT" sz="2000" err="1"/>
              <a:t>essentially</a:t>
            </a:r>
            <a:r>
              <a:rPr lang="it-IT" sz="2000"/>
              <a:t> actions.</a:t>
            </a:r>
            <a:endParaRPr lang="it-IT" sz="180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1B8CEC-C696-9B7E-3ED5-078E70483D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Condition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0AE6A57-97E5-3036-3BAC-E8069D2E97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diagramma, schizzo, linea, testo&#10;&#10;Descrizione generata automaticamente">
            <a:extLst>
              <a:ext uri="{FF2B5EF4-FFF2-40B4-BE49-F238E27FC236}">
                <a16:creationId xmlns:a16="http://schemas.microsoft.com/office/drawing/2014/main" id="{8C98D8BE-B9B0-BDDB-AC9C-2CA72403E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4" y="1773803"/>
            <a:ext cx="5752383" cy="1950378"/>
          </a:xfrm>
          <a:prstGeom prst="rect">
            <a:avLst/>
          </a:pr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9976035E-29B5-67D8-FBF8-03DEDDB081D7}"/>
              </a:ext>
            </a:extLst>
          </p:cNvPr>
          <p:cNvSpPr/>
          <p:nvPr/>
        </p:nvSpPr>
        <p:spPr>
          <a:xfrm>
            <a:off x="112280" y="2645442"/>
            <a:ext cx="907316" cy="52198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ccia destra 10">
            <a:extLst>
              <a:ext uri="{FF2B5EF4-FFF2-40B4-BE49-F238E27FC236}">
                <a16:creationId xmlns:a16="http://schemas.microsoft.com/office/drawing/2014/main" id="{A071591A-A393-A03E-4F96-AAE360E031AF}"/>
              </a:ext>
            </a:extLst>
          </p:cNvPr>
          <p:cNvSpPr/>
          <p:nvPr/>
        </p:nvSpPr>
        <p:spPr>
          <a:xfrm rot="5400000">
            <a:off x="152623" y="2041889"/>
            <a:ext cx="826629" cy="290457"/>
          </a:xfrm>
          <a:prstGeom prst="rightArrow">
            <a:avLst>
              <a:gd name="adj1" fmla="val 35186"/>
              <a:gd name="adj2" fmla="val 131481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F4BB55F1-BEBB-2D22-BE63-0A5089E1FD49}"/>
              </a:ext>
            </a:extLst>
          </p:cNvPr>
          <p:cNvSpPr/>
          <p:nvPr/>
        </p:nvSpPr>
        <p:spPr>
          <a:xfrm>
            <a:off x="1827984" y="2645442"/>
            <a:ext cx="907316" cy="52198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042E309B-2ABB-F36E-93F7-3A3E797EB26C}"/>
              </a:ext>
            </a:extLst>
          </p:cNvPr>
          <p:cNvSpPr/>
          <p:nvPr/>
        </p:nvSpPr>
        <p:spPr>
          <a:xfrm>
            <a:off x="3559872" y="2645442"/>
            <a:ext cx="907316" cy="52198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693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A3A60AFA-C55A-3771-3AA1-F8C650D5F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714769"/>
            <a:ext cx="8692891" cy="5030045"/>
          </a:xfrm>
        </p:spPr>
        <p:txBody>
          <a:bodyPr/>
          <a:lstStyle/>
          <a:p>
            <a:r>
              <a:rPr lang="it-IT"/>
              <a:t>A control flow </a:t>
            </a:r>
            <a:r>
              <a:rPr lang="it-IT" err="1"/>
              <a:t>node</a:t>
            </a:r>
            <a:r>
              <a:rPr lang="it-IT"/>
              <a:t> with </a:t>
            </a:r>
            <a:r>
              <a:rPr lang="it-IT" b="1"/>
              <a:t>a single </a:t>
            </a:r>
            <a:r>
              <a:rPr lang="it-IT" b="1" err="1"/>
              <a:t>child</a:t>
            </a:r>
            <a:r>
              <a:rPr lang="it-IT"/>
              <a:t>.</a:t>
            </a:r>
          </a:p>
          <a:p>
            <a:r>
              <a:rPr lang="it-IT" err="1"/>
              <a:t>It</a:t>
            </a:r>
            <a:r>
              <a:rPr lang="it-IT"/>
              <a:t> </a:t>
            </a:r>
            <a:r>
              <a:rPr lang="it-IT" b="1" err="1"/>
              <a:t>manipulates</a:t>
            </a:r>
            <a:r>
              <a:rPr lang="it-IT" b="1"/>
              <a:t> the </a:t>
            </a:r>
            <a:r>
              <a:rPr lang="it-IT" b="1" err="1"/>
              <a:t>return</a:t>
            </a:r>
            <a:r>
              <a:rPr lang="it-IT" b="1"/>
              <a:t> status </a:t>
            </a:r>
            <a:r>
              <a:rPr lang="it-IT"/>
              <a:t>of </a:t>
            </a:r>
            <a:r>
              <a:rPr lang="it-IT" err="1"/>
              <a:t>its</a:t>
            </a:r>
            <a:r>
              <a:rPr lang="it-IT"/>
              <a:t> </a:t>
            </a:r>
            <a:r>
              <a:rPr lang="it-IT" err="1"/>
              <a:t>child</a:t>
            </a:r>
            <a:r>
              <a:rPr lang="it-IT"/>
              <a:t> </a:t>
            </a:r>
            <a:r>
              <a:rPr lang="it-IT" err="1"/>
              <a:t>according</a:t>
            </a:r>
            <a:r>
              <a:rPr lang="it-IT"/>
              <a:t> to a </a:t>
            </a:r>
            <a:r>
              <a:rPr lang="it-IT" b="1"/>
              <a:t>user-</a:t>
            </a:r>
            <a:r>
              <a:rPr lang="it-IT" b="1" err="1"/>
              <a:t>defined</a:t>
            </a:r>
            <a:r>
              <a:rPr lang="it-IT" b="1"/>
              <a:t> rule</a:t>
            </a:r>
            <a:r>
              <a:rPr lang="it-IT"/>
              <a:t>.</a:t>
            </a:r>
          </a:p>
          <a:p>
            <a:r>
              <a:rPr lang="it-IT" b="1" err="1"/>
              <a:t>Selectively</a:t>
            </a:r>
            <a:r>
              <a:rPr lang="it-IT" b="1"/>
              <a:t> </a:t>
            </a:r>
            <a:r>
              <a:rPr lang="it-IT" b="1" err="1"/>
              <a:t>ticks</a:t>
            </a:r>
            <a:r>
              <a:rPr lang="it-IT" b="1"/>
              <a:t> the </a:t>
            </a:r>
            <a:r>
              <a:rPr lang="it-IT" b="1" err="1"/>
              <a:t>child</a:t>
            </a:r>
            <a:r>
              <a:rPr lang="it-IT" b="1"/>
              <a:t> </a:t>
            </a:r>
            <a:r>
              <a:rPr lang="it-IT" err="1"/>
              <a:t>according</a:t>
            </a:r>
            <a:r>
              <a:rPr lang="it-IT"/>
              <a:t> to some </a:t>
            </a:r>
            <a:r>
              <a:rPr lang="it-IT" err="1"/>
              <a:t>predefined</a:t>
            </a:r>
            <a:r>
              <a:rPr lang="it-IT"/>
              <a:t> rule.</a:t>
            </a:r>
          </a:p>
          <a:p>
            <a:r>
              <a:rPr lang="it-IT"/>
              <a:t>For </a:t>
            </a:r>
            <a:r>
              <a:rPr lang="it-IT" err="1"/>
              <a:t>example</a:t>
            </a:r>
            <a:r>
              <a:rPr lang="it-IT"/>
              <a:t>: </a:t>
            </a:r>
          </a:p>
          <a:p>
            <a:pPr lvl="1"/>
            <a:r>
              <a:rPr lang="it-IT"/>
              <a:t>an </a:t>
            </a:r>
            <a:r>
              <a:rPr lang="it-IT" i="1" err="1"/>
              <a:t>invert</a:t>
            </a:r>
            <a:r>
              <a:rPr lang="it-IT" i="1"/>
              <a:t> decorator </a:t>
            </a:r>
            <a:r>
              <a:rPr lang="it-IT" err="1"/>
              <a:t>inverts</a:t>
            </a:r>
            <a:r>
              <a:rPr lang="it-IT"/>
              <a:t> the Success/</a:t>
            </a:r>
            <a:r>
              <a:rPr lang="it-IT" err="1"/>
              <a:t>Failure</a:t>
            </a:r>
            <a:r>
              <a:rPr lang="it-IT"/>
              <a:t> status of the </a:t>
            </a:r>
            <a:r>
              <a:rPr lang="it-IT" err="1"/>
              <a:t>child</a:t>
            </a:r>
            <a:r>
              <a:rPr lang="it-IT"/>
              <a:t>. </a:t>
            </a:r>
          </a:p>
          <a:p>
            <a:pPr lvl="1"/>
            <a:r>
              <a:rPr lang="it-IT"/>
              <a:t>a </a:t>
            </a:r>
            <a:r>
              <a:rPr lang="it-IT" i="1"/>
              <a:t>max-</a:t>
            </a:r>
            <a:r>
              <a:rPr lang="it-IT" i="1" err="1"/>
              <a:t>N</a:t>
            </a:r>
            <a:r>
              <a:rPr lang="it-IT" i="1"/>
              <a:t>-</a:t>
            </a:r>
            <a:r>
              <a:rPr lang="it-IT" i="1" err="1"/>
              <a:t>tries</a:t>
            </a:r>
            <a:r>
              <a:rPr lang="it-IT" i="1"/>
              <a:t> decorator </a:t>
            </a: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lets</a:t>
            </a:r>
            <a:r>
              <a:rPr lang="it-IT"/>
              <a:t> </a:t>
            </a:r>
            <a:r>
              <a:rPr lang="it-IT" err="1"/>
              <a:t>its</a:t>
            </a:r>
            <a:r>
              <a:rPr lang="it-IT"/>
              <a:t> </a:t>
            </a:r>
            <a:r>
              <a:rPr lang="it-IT" err="1"/>
              <a:t>child</a:t>
            </a:r>
            <a:r>
              <a:rPr lang="it-IT"/>
              <a:t> </a:t>
            </a:r>
            <a:r>
              <a:rPr lang="it-IT" err="1"/>
              <a:t>fail</a:t>
            </a:r>
            <a:r>
              <a:rPr lang="it-IT"/>
              <a:t> </a:t>
            </a:r>
            <a:r>
              <a:rPr lang="it-IT" err="1"/>
              <a:t>N</a:t>
            </a:r>
            <a:r>
              <a:rPr lang="it-IT"/>
              <a:t> times, </a:t>
            </a:r>
            <a:r>
              <a:rPr lang="it-IT" err="1"/>
              <a:t>then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</a:t>
            </a:r>
            <a:r>
              <a:rPr lang="it-IT" err="1"/>
              <a:t>returns</a:t>
            </a:r>
            <a:r>
              <a:rPr lang="it-IT"/>
              <a:t> </a:t>
            </a:r>
            <a:r>
              <a:rPr lang="it-IT" err="1"/>
              <a:t>Failure</a:t>
            </a:r>
            <a:r>
              <a:rPr lang="it-IT"/>
              <a:t> </a:t>
            </a:r>
            <a:r>
              <a:rPr lang="it-IT" err="1"/>
              <a:t>without</a:t>
            </a:r>
            <a:r>
              <a:rPr lang="it-IT"/>
              <a:t> </a:t>
            </a:r>
            <a:r>
              <a:rPr lang="it-IT" err="1"/>
              <a:t>ticking</a:t>
            </a:r>
            <a:r>
              <a:rPr lang="it-IT"/>
              <a:t> the </a:t>
            </a:r>
            <a:r>
              <a:rPr lang="it-IT" err="1"/>
              <a:t>child</a:t>
            </a:r>
            <a:r>
              <a:rPr lang="it-IT"/>
              <a:t>. </a:t>
            </a:r>
          </a:p>
          <a:p>
            <a:pPr lvl="1"/>
            <a:r>
              <a:rPr lang="it-IT"/>
              <a:t>a </a:t>
            </a:r>
            <a:r>
              <a:rPr lang="it-IT" i="1"/>
              <a:t>max-T- sec decorator </a:t>
            </a:r>
            <a:r>
              <a:rPr lang="it-IT" err="1"/>
              <a:t>lets</a:t>
            </a:r>
            <a:r>
              <a:rPr lang="it-IT"/>
              <a:t> the </a:t>
            </a:r>
            <a:r>
              <a:rPr lang="it-IT" err="1"/>
              <a:t>child</a:t>
            </a:r>
            <a:r>
              <a:rPr lang="it-IT"/>
              <a:t> </a:t>
            </a:r>
            <a:r>
              <a:rPr lang="it-IT" err="1"/>
              <a:t>run</a:t>
            </a:r>
            <a:r>
              <a:rPr lang="it-IT"/>
              <a:t> for T seconds </a:t>
            </a:r>
            <a:r>
              <a:rPr lang="it-IT" err="1"/>
              <a:t>then</a:t>
            </a:r>
            <a:r>
              <a:rPr lang="it-IT"/>
              <a:t>, </a:t>
            </a:r>
            <a:r>
              <a:rPr lang="it-IT" err="1"/>
              <a:t>if</a:t>
            </a:r>
            <a:r>
              <a:rPr lang="it-IT"/>
              <a:t> the </a:t>
            </a:r>
            <a:r>
              <a:rPr lang="it-IT" err="1"/>
              <a:t>child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still</a:t>
            </a:r>
            <a:r>
              <a:rPr lang="it-IT"/>
              <a:t> Running, the Decorator </a:t>
            </a:r>
            <a:r>
              <a:rPr lang="it-IT" err="1"/>
              <a:t>returns</a:t>
            </a:r>
            <a:r>
              <a:rPr lang="it-IT"/>
              <a:t> </a:t>
            </a:r>
            <a:r>
              <a:rPr lang="it-IT" err="1"/>
              <a:t>Failure</a:t>
            </a:r>
            <a:r>
              <a:rPr lang="it-IT"/>
              <a:t> </a:t>
            </a:r>
            <a:r>
              <a:rPr lang="it-IT" err="1"/>
              <a:t>without</a:t>
            </a:r>
            <a:r>
              <a:rPr lang="it-IT"/>
              <a:t> </a:t>
            </a:r>
            <a:r>
              <a:rPr lang="it-IT" err="1"/>
              <a:t>ticking</a:t>
            </a:r>
            <a:r>
              <a:rPr lang="it-IT"/>
              <a:t> the </a:t>
            </a:r>
            <a:r>
              <a:rPr lang="it-IT" err="1"/>
              <a:t>child</a:t>
            </a:r>
            <a:r>
              <a:rPr lang="it-IT"/>
              <a:t>. </a:t>
            </a:r>
          </a:p>
          <a:p>
            <a:r>
              <a:rPr lang="it-IT"/>
              <a:t>The symbol of the Decorator </a:t>
            </a:r>
            <a:r>
              <a:rPr lang="it-IT" err="1"/>
              <a:t>is</a:t>
            </a:r>
            <a:r>
              <a:rPr lang="it-IT"/>
              <a:t> a </a:t>
            </a:r>
            <a:r>
              <a:rPr lang="it-IT" err="1"/>
              <a:t>rhombus</a:t>
            </a:r>
            <a:r>
              <a:rPr lang="it-IT"/>
              <a:t>. </a:t>
            </a:r>
          </a:p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B3727C-380B-EC08-3EC9-E41A2D336D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/>
              <a:t>Decoder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B891C3F-C151-0F03-30E3-BF2192142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bianco, testo, Carattere, diagramma&#10;&#10;Descrizione generata automaticamente">
            <a:extLst>
              <a:ext uri="{FF2B5EF4-FFF2-40B4-BE49-F238E27FC236}">
                <a16:creationId xmlns:a16="http://schemas.microsoft.com/office/drawing/2014/main" id="{CAF169C9-3EB8-AB27-D54C-310FC0211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214" y="2276720"/>
            <a:ext cx="2391784" cy="282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54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19930FC2-AAB2-7263-F1A7-CA5B70CD4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20" y="1818042"/>
            <a:ext cx="11740179" cy="4647073"/>
          </a:xfrm>
        </p:spPr>
        <p:txBody>
          <a:bodyPr/>
          <a:lstStyle/>
          <a:p>
            <a:r>
              <a:rPr lang="it-IT"/>
              <a:t>Control flow </a:t>
            </a:r>
            <a:r>
              <a:rPr lang="it-IT" err="1"/>
              <a:t>nodes</a:t>
            </a:r>
            <a:r>
              <a:rPr lang="it-IT"/>
              <a:t>: </a:t>
            </a:r>
            <a:r>
              <a:rPr lang="it-IT" i="1" err="1"/>
              <a:t>sequence</a:t>
            </a:r>
            <a:r>
              <a:rPr lang="it-IT"/>
              <a:t>, </a:t>
            </a:r>
            <a:r>
              <a:rPr lang="it-IT" i="1" err="1"/>
              <a:t>fallbacks</a:t>
            </a:r>
            <a:r>
              <a:rPr lang="it-IT"/>
              <a:t>, </a:t>
            </a:r>
            <a:r>
              <a:rPr lang="it-IT" i="1" err="1"/>
              <a:t>parallel</a:t>
            </a:r>
            <a:r>
              <a:rPr lang="it-IT"/>
              <a:t>.</a:t>
            </a:r>
          </a:p>
          <a:p>
            <a:r>
              <a:rPr lang="it-IT" err="1"/>
              <a:t>Introduced</a:t>
            </a:r>
            <a:r>
              <a:rPr lang="it-IT"/>
              <a:t> to </a:t>
            </a:r>
            <a:r>
              <a:rPr lang="it-IT" b="1" err="1"/>
              <a:t>avoid</a:t>
            </a:r>
            <a:r>
              <a:rPr lang="it-IT" b="1"/>
              <a:t> the </a:t>
            </a:r>
            <a:r>
              <a:rPr lang="it-IT" b="1" err="1"/>
              <a:t>unwanted</a:t>
            </a:r>
            <a:r>
              <a:rPr lang="it-IT" b="1"/>
              <a:t> re-</a:t>
            </a:r>
            <a:r>
              <a:rPr lang="it-IT" b="1" err="1"/>
              <a:t>execution</a:t>
            </a:r>
            <a:r>
              <a:rPr lang="it-IT" b="1"/>
              <a:t> </a:t>
            </a:r>
            <a:r>
              <a:rPr lang="it-IT"/>
              <a:t>of </a:t>
            </a:r>
            <a:r>
              <a:rPr lang="it-IT" err="1"/>
              <a:t>nodes</a:t>
            </a:r>
            <a:r>
              <a:rPr lang="it-IT"/>
              <a:t> with </a:t>
            </a:r>
            <a:r>
              <a:rPr lang="it-IT" err="1"/>
              <a:t>reiterated</a:t>
            </a:r>
            <a:r>
              <a:rPr lang="it-IT"/>
              <a:t> </a:t>
            </a:r>
            <a:r>
              <a:rPr lang="it-IT" err="1"/>
              <a:t>ticks</a:t>
            </a:r>
            <a:r>
              <a:rPr lang="it-IT"/>
              <a:t>.</a:t>
            </a:r>
          </a:p>
          <a:p>
            <a:r>
              <a:rPr lang="it-IT"/>
              <a:t>Once the control flow </a:t>
            </a:r>
            <a:r>
              <a:rPr lang="it-IT" err="1"/>
              <a:t>node</a:t>
            </a:r>
            <a:r>
              <a:rPr lang="it-IT"/>
              <a:t> finishes </a:t>
            </a:r>
            <a:r>
              <a:rPr lang="it-IT" err="1"/>
              <a:t>its</a:t>
            </a:r>
            <a:r>
              <a:rPr lang="it-IT"/>
              <a:t> </a:t>
            </a:r>
            <a:r>
              <a:rPr lang="it-IT" err="1"/>
              <a:t>execution</a:t>
            </a:r>
            <a:r>
              <a:rPr lang="it-IT"/>
              <a:t> and </a:t>
            </a:r>
            <a:r>
              <a:rPr lang="it-IT" err="1"/>
              <a:t>returns</a:t>
            </a:r>
            <a:r>
              <a:rPr lang="it-IT"/>
              <a:t> success of </a:t>
            </a:r>
            <a:r>
              <a:rPr lang="it-IT" err="1"/>
              <a:t>failure</a:t>
            </a:r>
            <a:r>
              <a:rPr lang="it-IT"/>
              <a:t>, the </a:t>
            </a:r>
            <a:r>
              <a:rPr lang="it-IT" b="1" err="1"/>
              <a:t>memory</a:t>
            </a:r>
            <a:r>
              <a:rPr lang="it-IT" b="1"/>
              <a:t> </a:t>
            </a:r>
            <a:r>
              <a:rPr lang="it-IT" b="1" err="1"/>
              <a:t>is</a:t>
            </a:r>
            <a:r>
              <a:rPr lang="it-IT" b="1"/>
              <a:t> </a:t>
            </a:r>
            <a:r>
              <a:rPr lang="it-IT" b="1" err="1"/>
              <a:t>cleared</a:t>
            </a:r>
            <a:r>
              <a:rPr lang="it-IT"/>
              <a:t>. Can </a:t>
            </a:r>
            <a:r>
              <a:rPr lang="it-IT" err="1"/>
              <a:t>also</a:t>
            </a:r>
            <a:r>
              <a:rPr lang="it-IT"/>
              <a:t> be </a:t>
            </a:r>
            <a:r>
              <a:rPr lang="it-IT" err="1"/>
              <a:t>referred</a:t>
            </a:r>
            <a:r>
              <a:rPr lang="it-IT"/>
              <a:t> to </a:t>
            </a:r>
            <a:r>
              <a:rPr lang="it-IT" err="1"/>
              <a:t>as</a:t>
            </a:r>
            <a:r>
              <a:rPr lang="it-IT"/>
              <a:t> </a:t>
            </a:r>
            <a:r>
              <a:rPr lang="it-IT" b="1" err="1"/>
              <a:t>Blackboard</a:t>
            </a:r>
            <a:r>
              <a:rPr lang="it-IT"/>
              <a:t>.</a:t>
            </a:r>
          </a:p>
          <a:p>
            <a:r>
              <a:rPr lang="it-IT"/>
              <a:t>A control flow with </a:t>
            </a:r>
            <a:r>
              <a:rPr lang="it-IT" err="1"/>
              <a:t>memory</a:t>
            </a:r>
            <a:r>
              <a:rPr lang="it-IT"/>
              <a:t> can be </a:t>
            </a:r>
            <a:r>
              <a:rPr lang="it-IT" err="1"/>
              <a:t>equivalent</a:t>
            </a:r>
            <a:r>
              <a:rPr lang="it-IT"/>
              <a:t> to one </a:t>
            </a:r>
            <a:r>
              <a:rPr lang="it-IT" err="1"/>
              <a:t>without</a:t>
            </a:r>
            <a:r>
              <a:rPr lang="it-IT"/>
              <a:t> </a:t>
            </a:r>
            <a:r>
              <a:rPr lang="it-IT" err="1"/>
              <a:t>memory</a:t>
            </a:r>
            <a:r>
              <a:rPr lang="it-IT"/>
              <a:t> and with </a:t>
            </a:r>
            <a:r>
              <a:rPr lang="it-IT" err="1"/>
              <a:t>additional</a:t>
            </a:r>
            <a:r>
              <a:rPr lang="it-IT"/>
              <a:t> control </a:t>
            </a:r>
            <a:r>
              <a:rPr lang="it-IT" err="1"/>
              <a:t>levels</a:t>
            </a:r>
            <a:r>
              <a:rPr lang="it-IT"/>
              <a:t>.</a:t>
            </a:r>
          </a:p>
          <a:p>
            <a:endParaRPr lang="it-IT"/>
          </a:p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3082CD0-B989-BFD4-5234-F9D482E387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/>
              <a:t>Control Flow </a:t>
            </a:r>
            <a:r>
              <a:rPr lang="it-IT" err="1"/>
              <a:t>nodes</a:t>
            </a:r>
            <a:r>
              <a:rPr lang="it-IT"/>
              <a:t> with Memory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A19C3C3-42D2-CBA1-CB2F-7377C95BC9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diagramma, linea, schizzo, bianco&#10;&#10;Descrizione generata automaticamente">
            <a:extLst>
              <a:ext uri="{FF2B5EF4-FFF2-40B4-BE49-F238E27FC236}">
                <a16:creationId xmlns:a16="http://schemas.microsoft.com/office/drawing/2014/main" id="{DCD2B44B-E893-9FC7-8FA2-421FA041C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453549"/>
            <a:ext cx="7772400" cy="15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25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85D90C-2AE4-A08E-ED7A-23C8FE136D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BTs</a:t>
            </a:r>
            <a:r>
              <a:rPr lang="it-IT"/>
              <a:t> and </a:t>
            </a:r>
            <a:r>
              <a:rPr lang="it-IT" err="1"/>
              <a:t>Reactivity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651F7A4-E6E8-07A7-9CD5-DCEB3992BC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9" name="Immagine 8" descr="Immagine che contiene diagramma, schizzo, linea, testo&#10;&#10;Descrizione generata automaticamente">
            <a:extLst>
              <a:ext uri="{FF2B5EF4-FFF2-40B4-BE49-F238E27FC236}">
                <a16:creationId xmlns:a16="http://schemas.microsoft.com/office/drawing/2014/main" id="{80FE526C-57ED-DD23-39ED-2F94F63A6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907" y="4284324"/>
            <a:ext cx="5123174" cy="1737041"/>
          </a:xfrm>
          <a:prstGeom prst="rect">
            <a:avLst/>
          </a:prstGeom>
        </p:spPr>
      </p:pic>
      <p:sp>
        <p:nvSpPr>
          <p:cNvPr id="10" name="Segnaposto contenuto 1">
            <a:extLst>
              <a:ext uri="{FF2B5EF4-FFF2-40B4-BE49-F238E27FC236}">
                <a16:creationId xmlns:a16="http://schemas.microsoft.com/office/drawing/2014/main" id="{5A39199F-5BEC-9C38-A3AB-6D82D28C5CDD}"/>
              </a:ext>
            </a:extLst>
          </p:cNvPr>
          <p:cNvSpPr txBox="1">
            <a:spLocks/>
          </p:cNvSpPr>
          <p:nvPr/>
        </p:nvSpPr>
        <p:spPr>
          <a:xfrm>
            <a:off x="389465" y="3833958"/>
            <a:ext cx="6301791" cy="284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7393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00843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9475F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BC9C6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 kern="1200">
                <a:solidFill>
                  <a:srgbClr val="29475F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err="1"/>
              <a:t>Reactivity</a:t>
            </a:r>
            <a:r>
              <a:rPr lang="it-IT" sz="1800"/>
              <a:t>: with the </a:t>
            </a:r>
            <a:r>
              <a:rPr lang="it-IT" sz="1800" i="1"/>
              <a:t>running</a:t>
            </a:r>
            <a:r>
              <a:rPr lang="it-IT" sz="1800"/>
              <a:t> state and </a:t>
            </a:r>
            <a:r>
              <a:rPr lang="it-IT" sz="1800" err="1"/>
              <a:t>cyclic</a:t>
            </a:r>
            <a:r>
              <a:rPr lang="it-IT" sz="1800"/>
              <a:t> </a:t>
            </a:r>
            <a:r>
              <a:rPr lang="it-IT" sz="1800" i="1" err="1"/>
              <a:t>ticking</a:t>
            </a:r>
            <a:r>
              <a:rPr lang="it-IT" sz="1800"/>
              <a:t>.  </a:t>
            </a:r>
          </a:p>
          <a:p>
            <a:pPr lvl="1"/>
            <a:r>
              <a:rPr lang="it-IT" sz="1400" err="1"/>
              <a:t>Recurrent</a:t>
            </a:r>
            <a:r>
              <a:rPr lang="it-IT" sz="1400"/>
              <a:t> </a:t>
            </a:r>
            <a:r>
              <a:rPr lang="it-IT" sz="1400" err="1"/>
              <a:t>ticks</a:t>
            </a:r>
            <a:r>
              <a:rPr lang="it-IT" sz="1400"/>
              <a:t> </a:t>
            </a:r>
            <a:r>
              <a:rPr lang="it-IT" sz="1400" err="1"/>
              <a:t>allow</a:t>
            </a:r>
            <a:r>
              <a:rPr lang="it-IT" sz="1400"/>
              <a:t> to </a:t>
            </a:r>
            <a:r>
              <a:rPr lang="it-IT" sz="1400" b="1" err="1"/>
              <a:t>reevaluate</a:t>
            </a:r>
            <a:r>
              <a:rPr lang="it-IT" sz="1400"/>
              <a:t> the state of the </a:t>
            </a:r>
            <a:r>
              <a:rPr lang="it-IT" sz="1400" err="1"/>
              <a:t>nodes</a:t>
            </a:r>
            <a:r>
              <a:rPr lang="it-IT" sz="1400"/>
              <a:t>, and </a:t>
            </a:r>
            <a:r>
              <a:rPr lang="it-IT" sz="1400" err="1"/>
              <a:t>intervene</a:t>
            </a:r>
            <a:r>
              <a:rPr lang="it-IT" sz="1400"/>
              <a:t> </a:t>
            </a:r>
            <a:r>
              <a:rPr lang="it-IT" sz="1400" err="1"/>
              <a:t>if</a:t>
            </a:r>
            <a:r>
              <a:rPr lang="it-IT" sz="1400"/>
              <a:t> </a:t>
            </a:r>
            <a:r>
              <a:rPr lang="it-IT" sz="1400" err="1"/>
              <a:t>necessary</a:t>
            </a:r>
            <a:r>
              <a:rPr lang="it-IT" sz="1400"/>
              <a:t> (e.g. check the </a:t>
            </a:r>
            <a:r>
              <a:rPr lang="it-IT" sz="1400" err="1"/>
              <a:t>fire</a:t>
            </a:r>
            <a:r>
              <a:rPr lang="it-IT" sz="1400"/>
              <a:t> </a:t>
            </a:r>
            <a:r>
              <a:rPr lang="it-IT" sz="1400" err="1"/>
              <a:t>alarm</a:t>
            </a:r>
            <a:r>
              <a:rPr lang="it-IT" sz="1400"/>
              <a:t>).</a:t>
            </a:r>
          </a:p>
          <a:p>
            <a:pPr lvl="1"/>
            <a:r>
              <a:rPr lang="it-IT" sz="1400" err="1"/>
              <a:t>Having</a:t>
            </a:r>
            <a:r>
              <a:rPr lang="it-IT" sz="1400"/>
              <a:t> </a:t>
            </a:r>
            <a:r>
              <a:rPr lang="it-IT" sz="1400" err="1"/>
              <a:t>only</a:t>
            </a:r>
            <a:r>
              <a:rPr lang="it-IT" sz="1400"/>
              <a:t> success and </a:t>
            </a:r>
            <a:r>
              <a:rPr lang="it-IT" sz="1400" err="1"/>
              <a:t>failure</a:t>
            </a:r>
            <a:r>
              <a:rPr lang="it-IT" sz="1400"/>
              <a:t> </a:t>
            </a:r>
            <a:r>
              <a:rPr lang="it-IT" sz="1400" err="1"/>
              <a:t>would</a:t>
            </a:r>
            <a:r>
              <a:rPr lang="it-IT" sz="1400"/>
              <a:t> </a:t>
            </a:r>
            <a:r>
              <a:rPr lang="it-IT" sz="1400" err="1"/>
              <a:t>would</a:t>
            </a:r>
            <a:r>
              <a:rPr lang="it-IT" sz="1400"/>
              <a:t> </a:t>
            </a:r>
            <a:r>
              <a:rPr lang="it-IT" sz="1400" err="1"/>
              <a:t>prevent</a:t>
            </a:r>
            <a:r>
              <a:rPr lang="it-IT" sz="1400"/>
              <a:t> </a:t>
            </a:r>
            <a:r>
              <a:rPr lang="it-IT" sz="1400" err="1"/>
              <a:t>any</a:t>
            </a:r>
            <a:r>
              <a:rPr lang="it-IT" sz="1400"/>
              <a:t> reactions to </a:t>
            </a:r>
            <a:r>
              <a:rPr lang="it-IT" sz="1400" err="1"/>
              <a:t>unexpected</a:t>
            </a:r>
            <a:r>
              <a:rPr lang="it-IT" sz="1400"/>
              <a:t> high </a:t>
            </a:r>
            <a:r>
              <a:rPr lang="it-IT" sz="1400" err="1"/>
              <a:t>priority</a:t>
            </a:r>
            <a:r>
              <a:rPr lang="it-IT" sz="1400"/>
              <a:t> events.</a:t>
            </a:r>
          </a:p>
          <a:p>
            <a:r>
              <a:rPr lang="it-IT" sz="1800" err="1"/>
              <a:t>Importance</a:t>
            </a:r>
            <a:r>
              <a:rPr lang="it-IT" sz="1800"/>
              <a:t> of </a:t>
            </a:r>
            <a:r>
              <a:rPr lang="it-IT" sz="1800" b="1" err="1"/>
              <a:t>conditions</a:t>
            </a:r>
            <a:r>
              <a:rPr lang="it-IT" sz="1800"/>
              <a:t> in </a:t>
            </a:r>
            <a:r>
              <a:rPr lang="it-IT" sz="1800" err="1"/>
              <a:t>sequences</a:t>
            </a:r>
            <a:r>
              <a:rPr lang="it-IT" sz="1800"/>
              <a:t>.</a:t>
            </a:r>
          </a:p>
          <a:p>
            <a:r>
              <a:rPr lang="it-IT" sz="1800"/>
              <a:t>State </a:t>
            </a:r>
            <a:r>
              <a:rPr lang="it-IT" sz="1800" err="1"/>
              <a:t>transition</a:t>
            </a:r>
            <a:r>
              <a:rPr lang="it-IT" sz="1800"/>
              <a:t> </a:t>
            </a:r>
            <a:r>
              <a:rPr lang="it-IT" sz="1800" err="1"/>
              <a:t>logic</a:t>
            </a:r>
            <a:r>
              <a:rPr lang="it-IT" sz="1800"/>
              <a:t> </a:t>
            </a:r>
            <a:r>
              <a:rPr lang="it-IT" sz="1800" err="1"/>
              <a:t>organized</a:t>
            </a:r>
            <a:r>
              <a:rPr lang="it-IT" sz="1800"/>
              <a:t> in a </a:t>
            </a:r>
            <a:r>
              <a:rPr lang="it-IT" sz="1800" err="1"/>
              <a:t>hierarchical</a:t>
            </a:r>
            <a:r>
              <a:rPr lang="it-IT" sz="1800"/>
              <a:t> </a:t>
            </a:r>
            <a:r>
              <a:rPr lang="it-IT" sz="1800" err="1"/>
              <a:t>tree</a:t>
            </a:r>
            <a:r>
              <a:rPr lang="it-IT" sz="1800"/>
              <a:t> </a:t>
            </a:r>
            <a:r>
              <a:rPr lang="it-IT" sz="1800" err="1"/>
              <a:t>structure</a:t>
            </a:r>
            <a:r>
              <a:rPr lang="it-IT" sz="1800"/>
              <a:t>, with the </a:t>
            </a:r>
            <a:r>
              <a:rPr lang="it-IT" sz="1800" b="1" err="1"/>
              <a:t>states</a:t>
            </a:r>
            <a:r>
              <a:rPr lang="it-IT" sz="1800" b="1"/>
              <a:t> </a:t>
            </a:r>
            <a:r>
              <a:rPr lang="it-IT" sz="1800" b="1" err="1"/>
              <a:t>as</a:t>
            </a:r>
            <a:r>
              <a:rPr lang="it-IT" sz="1800" b="1"/>
              <a:t> </a:t>
            </a:r>
            <a:r>
              <a:rPr lang="it-IT" sz="1800" b="1" err="1"/>
              <a:t>leaves</a:t>
            </a:r>
            <a:r>
              <a:rPr lang="it-IT" sz="1800"/>
              <a:t>. </a:t>
            </a:r>
          </a:p>
          <a:p>
            <a:r>
              <a:rPr lang="it-IT" sz="1800" err="1"/>
              <a:t>BTs</a:t>
            </a:r>
            <a:r>
              <a:rPr lang="it-IT" sz="1800"/>
              <a:t> </a:t>
            </a:r>
            <a:r>
              <a:rPr lang="it-IT" sz="1800" err="1"/>
              <a:t>without</a:t>
            </a:r>
            <a:r>
              <a:rPr lang="it-IT" sz="1800"/>
              <a:t> running state are </a:t>
            </a:r>
            <a:r>
              <a:rPr lang="it-IT" sz="1800" err="1"/>
              <a:t>refered</a:t>
            </a:r>
            <a:r>
              <a:rPr lang="it-IT" sz="1800"/>
              <a:t> to </a:t>
            </a:r>
            <a:r>
              <a:rPr lang="it-IT" sz="1800" err="1"/>
              <a:t>as</a:t>
            </a:r>
            <a:r>
              <a:rPr lang="it-IT" sz="1800"/>
              <a:t> non-</a:t>
            </a:r>
            <a:r>
              <a:rPr lang="it-IT" sz="1800" err="1"/>
              <a:t>reactive</a:t>
            </a:r>
            <a:r>
              <a:rPr lang="it-IT" sz="1800"/>
              <a:t>.</a:t>
            </a:r>
          </a:p>
          <a:p>
            <a:endParaRPr lang="it-IT" sz="2000"/>
          </a:p>
        </p:txBody>
      </p:sp>
      <p:pic>
        <p:nvPicPr>
          <p:cNvPr id="7" name="Segnaposto contenuto 6" descr="Immagine che contiene testo, Carattere, schermata, numero&#10;&#10;Descrizione generata automaticamente">
            <a:extLst>
              <a:ext uri="{FF2B5EF4-FFF2-40B4-BE49-F238E27FC236}">
                <a16:creationId xmlns:a16="http://schemas.microsoft.com/office/drawing/2014/main" id="{DF1AD509-DE53-4BDC-4397-0EF62C4C7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4971" y="1493797"/>
            <a:ext cx="8383793" cy="2140684"/>
          </a:xfrm>
        </p:spPr>
      </p:pic>
    </p:spTree>
    <p:extLst>
      <p:ext uri="{BB962C8B-B14F-4D97-AF65-F5344CB8AC3E}">
        <p14:creationId xmlns:p14="http://schemas.microsoft.com/office/powerpoint/2010/main" val="2169470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AE765278-F4B6-18DC-98C6-B55F0073C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693255"/>
            <a:ext cx="7013986" cy="4890426"/>
          </a:xfrm>
        </p:spPr>
        <p:txBody>
          <a:bodyPr/>
          <a:lstStyle/>
          <a:p>
            <a:r>
              <a:rPr lang="it-IT"/>
              <a:t>Utility </a:t>
            </a:r>
            <a:r>
              <a:rPr lang="it-IT" err="1"/>
              <a:t>Fallbacks</a:t>
            </a:r>
            <a:r>
              <a:rPr lang="it-IT"/>
              <a:t>:</a:t>
            </a:r>
          </a:p>
          <a:p>
            <a:pPr lvl="1"/>
            <a:r>
              <a:rPr lang="it-IT" b="1"/>
              <a:t>No </a:t>
            </a:r>
            <a:r>
              <a:rPr lang="it-IT" b="1" err="1"/>
              <a:t>fixed</a:t>
            </a:r>
            <a:r>
              <a:rPr lang="it-IT" b="1"/>
              <a:t> </a:t>
            </a:r>
            <a:r>
              <a:rPr lang="it-IT" b="1" err="1"/>
              <a:t>priority</a:t>
            </a:r>
            <a:r>
              <a:rPr lang="it-IT" b="1"/>
              <a:t> </a:t>
            </a:r>
            <a:r>
              <a:rPr lang="it-IT" err="1"/>
              <a:t>among</a:t>
            </a:r>
            <a:r>
              <a:rPr lang="it-IT"/>
              <a:t> </a:t>
            </a:r>
            <a:r>
              <a:rPr lang="it-IT" err="1"/>
              <a:t>children</a:t>
            </a:r>
            <a:r>
              <a:rPr lang="it-IT"/>
              <a:t>.</a:t>
            </a:r>
          </a:p>
          <a:p>
            <a:pPr lvl="1"/>
            <a:r>
              <a:rPr lang="it-IT"/>
              <a:t>Children </a:t>
            </a:r>
            <a:r>
              <a:rPr lang="it-IT" err="1"/>
              <a:t>return</a:t>
            </a:r>
            <a:r>
              <a:rPr lang="it-IT"/>
              <a:t> </a:t>
            </a:r>
            <a:r>
              <a:rPr lang="it-IT" b="1" err="1"/>
              <a:t>expected</a:t>
            </a:r>
            <a:r>
              <a:rPr lang="it-IT" b="1"/>
              <a:t> utility</a:t>
            </a:r>
            <a:r>
              <a:rPr lang="it-IT"/>
              <a:t>.</a:t>
            </a:r>
          </a:p>
          <a:p>
            <a:endParaRPr lang="it-IT"/>
          </a:p>
          <a:p>
            <a:r>
              <a:rPr lang="it-IT"/>
              <a:t>How?</a:t>
            </a:r>
          </a:p>
          <a:p>
            <a:pPr lvl="1"/>
            <a:r>
              <a:rPr lang="it-IT"/>
              <a:t>A </a:t>
            </a:r>
            <a:r>
              <a:rPr lang="it-IT" b="1"/>
              <a:t>Decorator</a:t>
            </a:r>
            <a:r>
              <a:rPr lang="it-IT"/>
              <a:t> </a:t>
            </a:r>
            <a:r>
              <a:rPr lang="it-IT" err="1"/>
              <a:t>between</a:t>
            </a:r>
            <a:r>
              <a:rPr lang="it-IT"/>
              <a:t> </a:t>
            </a:r>
            <a:r>
              <a:rPr lang="it-IT" err="1"/>
              <a:t>parent</a:t>
            </a:r>
            <a:r>
              <a:rPr lang="it-IT"/>
              <a:t> and </a:t>
            </a:r>
            <a:r>
              <a:rPr lang="it-IT" err="1"/>
              <a:t>each</a:t>
            </a:r>
            <a:r>
              <a:rPr lang="it-IT"/>
              <a:t> action </a:t>
            </a:r>
            <a:r>
              <a:rPr lang="it-IT" err="1"/>
              <a:t>child</a:t>
            </a:r>
            <a:r>
              <a:rPr lang="it-IT"/>
              <a:t>.</a:t>
            </a:r>
          </a:p>
          <a:p>
            <a:pPr lvl="1"/>
            <a:r>
              <a:rPr lang="it-IT" err="1"/>
              <a:t>Add</a:t>
            </a:r>
            <a:r>
              <a:rPr lang="it-IT"/>
              <a:t> utility </a:t>
            </a:r>
            <a:r>
              <a:rPr lang="it-IT" err="1"/>
              <a:t>estimates</a:t>
            </a:r>
            <a:r>
              <a:rPr lang="it-IT"/>
              <a:t> </a:t>
            </a:r>
            <a:r>
              <a:rPr lang="it-IT" b="1"/>
              <a:t>for </a:t>
            </a:r>
            <a:r>
              <a:rPr lang="it-IT" b="1" err="1"/>
              <a:t>every</a:t>
            </a:r>
            <a:r>
              <a:rPr lang="it-IT" b="1"/>
              <a:t> action </a:t>
            </a:r>
            <a:r>
              <a:rPr lang="it-IT"/>
              <a:t>in the </a:t>
            </a:r>
            <a:r>
              <a:rPr lang="it-IT" err="1"/>
              <a:t>tree</a:t>
            </a:r>
            <a:r>
              <a:rPr lang="it-IT"/>
              <a:t>.</a:t>
            </a:r>
          </a:p>
          <a:p>
            <a:pPr lvl="1"/>
            <a:endParaRPr lang="it-IT"/>
          </a:p>
          <a:p>
            <a:r>
              <a:rPr lang="it-IT"/>
              <a:t>Aggregate and propagate utility in the BT?</a:t>
            </a:r>
          </a:p>
          <a:p>
            <a:pPr lvl="1"/>
            <a:r>
              <a:rPr lang="it-IT"/>
              <a:t>Using </a:t>
            </a:r>
            <a:r>
              <a:rPr lang="it-IT" b="1"/>
              <a:t>max </a:t>
            </a:r>
            <a:r>
              <a:rPr lang="it-IT" b="1" err="1"/>
              <a:t>value</a:t>
            </a:r>
            <a:r>
              <a:rPr lang="it-IT" b="1"/>
              <a:t> utility </a:t>
            </a:r>
            <a:r>
              <a:rPr lang="it-IT"/>
              <a:t>in the control flow </a:t>
            </a:r>
            <a:r>
              <a:rPr lang="it-IT" err="1"/>
              <a:t>nodes</a:t>
            </a:r>
            <a:r>
              <a:rPr lang="it-IT"/>
              <a:t>.</a:t>
            </a:r>
          </a:p>
          <a:p>
            <a:pPr lvl="1"/>
            <a:r>
              <a:rPr lang="it-IT"/>
              <a:t>Can be </a:t>
            </a:r>
            <a:r>
              <a:rPr lang="it-IT" err="1"/>
              <a:t>tricky</a:t>
            </a:r>
            <a:r>
              <a:rPr lang="it-IT"/>
              <a:t> with </a:t>
            </a:r>
            <a:r>
              <a:rPr lang="it-IT" err="1"/>
              <a:t>Sequences</a:t>
            </a:r>
            <a:r>
              <a:rPr lang="it-IT"/>
              <a:t>.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7644A8-5D17-34F5-71CD-9143EFD304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/>
              <a:t>Utility BT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A0DFD4B-2467-A471-5877-11ECB4597A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testo, diagramma, linea, Carattere&#10;&#10;Descrizione generata automaticamente">
            <a:extLst>
              <a:ext uri="{FF2B5EF4-FFF2-40B4-BE49-F238E27FC236}">
                <a16:creationId xmlns:a16="http://schemas.microsoft.com/office/drawing/2014/main" id="{A0D38BEA-E778-0547-901B-7A2911DB4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43" y="2585197"/>
            <a:ext cx="4071965" cy="249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0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157B9A64-BBBC-49F4-10C9-7DC8957BB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21" y="1521134"/>
            <a:ext cx="5206702" cy="5342248"/>
          </a:xfrm>
        </p:spPr>
        <p:txBody>
          <a:bodyPr>
            <a:normAutofit/>
          </a:bodyPr>
          <a:lstStyle/>
          <a:p>
            <a:r>
              <a:rPr lang="it-IT" sz="2000" err="1"/>
              <a:t>Implementing</a:t>
            </a:r>
            <a:r>
              <a:rPr lang="it-IT" sz="2000"/>
              <a:t> </a:t>
            </a:r>
            <a:r>
              <a:rPr lang="it-IT" sz="2000" b="1"/>
              <a:t>styles</a:t>
            </a:r>
            <a:r>
              <a:rPr lang="it-IT" sz="2000"/>
              <a:t>:</a:t>
            </a:r>
          </a:p>
          <a:p>
            <a:pPr lvl="1"/>
            <a:r>
              <a:rPr lang="it-IT" sz="1800" b="1" err="1"/>
              <a:t>Disabling</a:t>
            </a:r>
            <a:r>
              <a:rPr lang="it-IT" sz="1800"/>
              <a:t> parts of the </a:t>
            </a:r>
            <a:r>
              <a:rPr lang="it-IT" sz="1800" err="1"/>
              <a:t>tree</a:t>
            </a:r>
            <a:r>
              <a:rPr lang="it-IT" sz="1800"/>
              <a:t>.</a:t>
            </a:r>
          </a:p>
          <a:p>
            <a:pPr lvl="1"/>
            <a:r>
              <a:rPr lang="it-IT" sz="1800"/>
              <a:t>E.g., aggressive or </a:t>
            </a:r>
            <a:r>
              <a:rPr lang="it-IT" sz="1800" err="1"/>
              <a:t>pacifist</a:t>
            </a:r>
            <a:r>
              <a:rPr lang="it-IT" sz="1800"/>
              <a:t> </a:t>
            </a:r>
            <a:r>
              <a:rPr lang="it-IT" sz="1800" err="1"/>
              <a:t>burglar</a:t>
            </a:r>
            <a:r>
              <a:rPr lang="it-IT" sz="1800"/>
              <a:t>.</a:t>
            </a:r>
          </a:p>
          <a:p>
            <a:pPr lvl="1"/>
            <a:endParaRPr lang="it-IT" sz="1800"/>
          </a:p>
          <a:p>
            <a:pPr lvl="1"/>
            <a:endParaRPr lang="it-IT" sz="1800"/>
          </a:p>
          <a:p>
            <a:pPr lvl="1"/>
            <a:endParaRPr lang="it-IT" sz="1800"/>
          </a:p>
          <a:p>
            <a:pPr lvl="1"/>
            <a:endParaRPr lang="it-IT" sz="1800"/>
          </a:p>
          <a:p>
            <a:pPr lvl="1"/>
            <a:endParaRPr lang="it-IT" sz="1800"/>
          </a:p>
          <a:p>
            <a:pPr lvl="1"/>
            <a:endParaRPr lang="it-IT" sz="1800"/>
          </a:p>
          <a:p>
            <a:r>
              <a:rPr lang="it-IT" sz="2000" err="1"/>
              <a:t>Hinted</a:t>
            </a:r>
            <a:r>
              <a:rPr lang="it-IT" sz="2000"/>
              <a:t> </a:t>
            </a:r>
            <a:r>
              <a:rPr lang="it-IT" sz="2000" err="1"/>
              <a:t>BTs</a:t>
            </a:r>
            <a:r>
              <a:rPr lang="it-IT" sz="2000"/>
              <a:t>:</a:t>
            </a:r>
          </a:p>
          <a:p>
            <a:pPr lvl="1"/>
            <a:r>
              <a:rPr lang="it-IT" sz="1800" b="1" err="1"/>
              <a:t>External</a:t>
            </a:r>
            <a:r>
              <a:rPr lang="it-IT" sz="1800" b="1"/>
              <a:t> </a:t>
            </a:r>
            <a:r>
              <a:rPr lang="it-IT" sz="1800" b="1" err="1"/>
              <a:t>entity</a:t>
            </a:r>
            <a:r>
              <a:rPr lang="it-IT" sz="1800" b="1"/>
              <a:t> </a:t>
            </a:r>
            <a:r>
              <a:rPr lang="it-IT" sz="1800" err="1"/>
              <a:t>provides</a:t>
            </a:r>
            <a:r>
              <a:rPr lang="it-IT" sz="1800"/>
              <a:t> </a:t>
            </a:r>
            <a:r>
              <a:rPr lang="it-IT" sz="1800" b="1" err="1"/>
              <a:t>suggestions</a:t>
            </a:r>
            <a:r>
              <a:rPr lang="it-IT" sz="1800"/>
              <a:t>.</a:t>
            </a:r>
          </a:p>
          <a:p>
            <a:pPr lvl="1"/>
            <a:r>
              <a:rPr lang="it-IT" sz="1800"/>
              <a:t>Positive </a:t>
            </a:r>
            <a:r>
              <a:rPr lang="it-IT" sz="1800" err="1"/>
              <a:t>hints</a:t>
            </a:r>
            <a:r>
              <a:rPr lang="it-IT" sz="1800"/>
              <a:t> </a:t>
            </a:r>
            <a:r>
              <a:rPr lang="it-IT" sz="1800" err="1"/>
              <a:t>suggest</a:t>
            </a:r>
            <a:r>
              <a:rPr lang="it-IT" sz="1800"/>
              <a:t> to take an action.</a:t>
            </a:r>
          </a:p>
          <a:p>
            <a:pPr lvl="1"/>
            <a:r>
              <a:rPr lang="it-IT" sz="1800"/>
              <a:t>Negative </a:t>
            </a:r>
            <a:r>
              <a:rPr lang="it-IT" sz="1800" err="1"/>
              <a:t>hints</a:t>
            </a:r>
            <a:r>
              <a:rPr lang="it-IT" sz="1800"/>
              <a:t> </a:t>
            </a:r>
            <a:r>
              <a:rPr lang="it-IT" sz="1800" err="1"/>
              <a:t>suggest</a:t>
            </a:r>
            <a:r>
              <a:rPr lang="it-IT" sz="1800"/>
              <a:t> </a:t>
            </a:r>
            <a:r>
              <a:rPr lang="it-IT" sz="1800" err="1"/>
              <a:t>avoiding</a:t>
            </a:r>
            <a:r>
              <a:rPr lang="it-IT" sz="1800"/>
              <a:t> </a:t>
            </a:r>
            <a:r>
              <a:rPr lang="it-IT" sz="1800" err="1"/>
              <a:t>it</a:t>
            </a:r>
            <a:r>
              <a:rPr lang="it-IT" sz="1800"/>
              <a:t>.</a:t>
            </a:r>
          </a:p>
          <a:p>
            <a:pPr lvl="1"/>
            <a:r>
              <a:rPr lang="it-IT" sz="1800"/>
              <a:t>E.g., </a:t>
            </a:r>
            <a:r>
              <a:rPr lang="it-IT" sz="1800" err="1"/>
              <a:t>hint</a:t>
            </a:r>
            <a:r>
              <a:rPr lang="it-IT" sz="1800"/>
              <a:t> to </a:t>
            </a:r>
            <a:r>
              <a:rPr lang="it-IT" sz="1800" err="1"/>
              <a:t>fight</a:t>
            </a:r>
            <a:r>
              <a:rPr lang="it-IT" sz="1800"/>
              <a:t> first, </a:t>
            </a:r>
            <a:r>
              <a:rPr lang="it-IT" sz="1800" err="1"/>
              <a:t>then</a:t>
            </a:r>
            <a:r>
              <a:rPr lang="it-IT" sz="1800"/>
              <a:t> </a:t>
            </a:r>
            <a:r>
              <a:rPr lang="it-IT" sz="1800" err="1"/>
              <a:t>escape</a:t>
            </a:r>
            <a:r>
              <a:rPr lang="it-IT" sz="1800"/>
              <a:t>, to </a:t>
            </a:r>
            <a:r>
              <a:rPr lang="it-IT" sz="1800" err="1"/>
              <a:t>not</a:t>
            </a:r>
            <a:r>
              <a:rPr lang="it-IT" sz="1800"/>
              <a:t> </a:t>
            </a:r>
            <a:r>
              <a:rPr lang="it-IT" sz="1800" err="1"/>
              <a:t>spend</a:t>
            </a:r>
            <a:r>
              <a:rPr lang="it-IT" sz="1800"/>
              <a:t> money, to </a:t>
            </a:r>
            <a:r>
              <a:rPr lang="it-IT" sz="1800" err="1"/>
              <a:t>brake</a:t>
            </a:r>
            <a:r>
              <a:rPr lang="it-IT" sz="1800"/>
              <a:t> the door </a:t>
            </a:r>
            <a:r>
              <a:rPr lang="it-IT" sz="1800" err="1"/>
              <a:t>before</a:t>
            </a:r>
            <a:r>
              <a:rPr lang="it-IT" sz="1800"/>
              <a:t> checking </a:t>
            </a:r>
            <a:r>
              <a:rPr lang="it-IT" sz="1800" err="1"/>
              <a:t>if</a:t>
            </a:r>
            <a:r>
              <a:rPr lang="it-IT" sz="1800"/>
              <a:t> open.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E541DB-639F-310B-94E9-E37BB3320E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Hinted</a:t>
            </a:r>
            <a:r>
              <a:rPr lang="it-IT"/>
              <a:t> BT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4885A72-D8C2-405A-F9DE-85C39B5EEA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diagramma, testo, linea, bianco&#10;&#10;Descrizione generata automaticamente">
            <a:extLst>
              <a:ext uri="{FF2B5EF4-FFF2-40B4-BE49-F238E27FC236}">
                <a16:creationId xmlns:a16="http://schemas.microsoft.com/office/drawing/2014/main" id="{035F0F0D-6BBE-2944-2397-AC258C853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23" y="2609861"/>
            <a:ext cx="2295162" cy="1398068"/>
          </a:xfrm>
          <a:prstGeom prst="rect">
            <a:avLst/>
          </a:prstGeom>
        </p:spPr>
      </p:pic>
      <p:pic>
        <p:nvPicPr>
          <p:cNvPr id="8" name="Immagine 7" descr="Immagine che contiene testo, diagramma, linea, Carattere&#10;&#10;Descrizione generata automaticamente">
            <a:extLst>
              <a:ext uri="{FF2B5EF4-FFF2-40B4-BE49-F238E27FC236}">
                <a16:creationId xmlns:a16="http://schemas.microsoft.com/office/drawing/2014/main" id="{F232B122-1DFF-3BD2-A8E2-A0E70DE4F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519" y="2609861"/>
            <a:ext cx="2326197" cy="1398068"/>
          </a:xfrm>
          <a:prstGeom prst="rect">
            <a:avLst/>
          </a:prstGeom>
        </p:spPr>
      </p:pic>
      <p:pic>
        <p:nvPicPr>
          <p:cNvPr id="12" name="Immagine 11" descr="Immagine che contiene diagramma, schizzo, Piano, disegno&#10;&#10;Descrizione generata automaticamente">
            <a:extLst>
              <a:ext uri="{FF2B5EF4-FFF2-40B4-BE49-F238E27FC236}">
                <a16:creationId xmlns:a16="http://schemas.microsoft.com/office/drawing/2014/main" id="{1F1A0CB0-5F95-049A-DF02-DA9C88D596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98" r="2217"/>
          <a:stretch/>
        </p:blipFill>
        <p:spPr>
          <a:xfrm>
            <a:off x="5272746" y="2183660"/>
            <a:ext cx="3284095" cy="3715445"/>
          </a:xfrm>
          <a:prstGeom prst="rect">
            <a:avLst/>
          </a:prstGeom>
        </p:spPr>
      </p:pic>
      <p:pic>
        <p:nvPicPr>
          <p:cNvPr id="10" name="Immagine 9" descr="Immagine che contiene diagramma, disegno, Piano, schizzo&#10;&#10;Descrizione generata automaticamente">
            <a:extLst>
              <a:ext uri="{FF2B5EF4-FFF2-40B4-BE49-F238E27FC236}">
                <a16:creationId xmlns:a16="http://schemas.microsoft.com/office/drawing/2014/main" id="{2E6D8E06-3271-BBEB-FE68-24901B58AF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8556841" y="1897118"/>
            <a:ext cx="3614707" cy="4288530"/>
          </a:xfrm>
          <a:prstGeom prst="rect">
            <a:avLst/>
          </a:prstGeom>
        </p:spPr>
      </p:pic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86BAD657-FA7B-6728-D7B2-46EE51D32204}"/>
              </a:ext>
            </a:extLst>
          </p:cNvPr>
          <p:cNvCxnSpPr>
            <a:cxnSpLocks/>
          </p:cNvCxnSpPr>
          <p:nvPr/>
        </p:nvCxnSpPr>
        <p:spPr>
          <a:xfrm>
            <a:off x="5220452" y="1521134"/>
            <a:ext cx="0" cy="5127092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373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9BAA4-05E3-571F-05B6-D8A0D0531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75C7B4B8-BEE1-5A5F-583C-4D7200759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306" y="1940684"/>
                <a:ext cx="7067774" cy="4051327"/>
              </a:xfrm>
            </p:spPr>
            <p:txBody>
              <a:bodyPr>
                <a:normAutofit/>
              </a:bodyPr>
              <a:lstStyle/>
              <a:p>
                <a:r>
                  <a:rPr lang="it-IT"/>
                  <a:t>Similar to utilities, </a:t>
                </a:r>
                <a:r>
                  <a:rPr lang="it-IT" err="1"/>
                  <a:t>but</a:t>
                </a:r>
                <a:r>
                  <a:rPr lang="it-IT"/>
                  <a:t> </a:t>
                </a:r>
                <a:r>
                  <a:rPr lang="it-IT" err="1"/>
                  <a:t>considering</a:t>
                </a:r>
                <a:r>
                  <a:rPr lang="it-IT"/>
                  <a:t> </a:t>
                </a:r>
                <a:r>
                  <a:rPr lang="it-IT" b="1"/>
                  <a:t>success </a:t>
                </a:r>
                <a:r>
                  <a:rPr lang="it-IT" b="1" err="1"/>
                  <a:t>probability</a:t>
                </a:r>
                <a:r>
                  <a:rPr lang="it-IT"/>
                  <a:t>.</a:t>
                </a:r>
              </a:p>
              <a:p>
                <a:endParaRPr lang="it-IT"/>
              </a:p>
              <a:p>
                <a:r>
                  <a:rPr lang="it-IT" err="1"/>
                  <a:t>Aggregation</a:t>
                </a:r>
                <a:r>
                  <a:rPr lang="it-IT"/>
                  <a:t> </a:t>
                </a:r>
                <a:r>
                  <a:rPr lang="it-IT" err="1"/>
                  <a:t>across</a:t>
                </a:r>
                <a:r>
                  <a:rPr lang="it-IT"/>
                  <a:t> </a:t>
                </a:r>
                <a:r>
                  <a:rPr lang="it-IT" err="1"/>
                  <a:t>Fallbacks</a:t>
                </a:r>
                <a:r>
                  <a:rPr lang="it-IT"/>
                  <a:t> and </a:t>
                </a:r>
                <a:r>
                  <a:rPr lang="it-IT" err="1"/>
                  <a:t>Sequences</a:t>
                </a:r>
                <a:r>
                  <a:rPr lang="it-IT"/>
                  <a:t> </a:t>
                </a:r>
                <a:r>
                  <a:rPr lang="it-IT" err="1"/>
                  <a:t>is</a:t>
                </a:r>
                <a:r>
                  <a:rPr lang="it-IT"/>
                  <a:t> more </a:t>
                </a:r>
                <a:r>
                  <a:rPr lang="it-IT" err="1"/>
                  <a:t>straightforward</a:t>
                </a:r>
                <a:r>
                  <a:rPr lang="it-IT"/>
                  <a:t>.</a:t>
                </a:r>
              </a:p>
              <a:p>
                <a:pPr lvl="1"/>
                <a:r>
                  <a:rPr lang="it-IT" err="1"/>
                  <a:t>Sequences</a:t>
                </a:r>
                <a:r>
                  <a:rPr lang="it-IT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𝑆𝑒𝑞𝑢𝑒𝑛𝑐𝑒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subSup"/>
                        <m:supHide m:val="on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it-IT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it-IT"/>
                  <a:t> = success </a:t>
                </a:r>
                <a:r>
                  <a:rPr lang="it-IT" err="1"/>
                  <a:t>prob</a:t>
                </a:r>
                <a:r>
                  <a:rPr lang="it-IT"/>
                  <a:t>.</a:t>
                </a:r>
              </a:p>
              <a:p>
                <a:pPr lvl="1"/>
                <a:r>
                  <a:rPr lang="it-IT" err="1"/>
                  <a:t>Fallback</a:t>
                </a:r>
                <a:r>
                  <a:rPr lang="it-IT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𝐹𝑎𝑙𝑙𝑏𝑎𝑐𝑘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it-IT" b="0" i="1" smtClean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∏"/>
                        <m:limLoc m:val="subSup"/>
                        <m:supHide m:val="on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b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it-IT"/>
              </a:p>
              <a:p>
                <a:pPr lvl="1"/>
                <a:r>
                  <a:rPr lang="it-IT" err="1"/>
                  <a:t>Relies</a:t>
                </a:r>
                <a:r>
                  <a:rPr lang="it-IT"/>
                  <a:t> on the </a:t>
                </a:r>
                <a:r>
                  <a:rPr lang="it-IT" err="1"/>
                  <a:t>assumption</a:t>
                </a:r>
                <a:r>
                  <a:rPr lang="it-IT"/>
                  <a:t> </a:t>
                </a:r>
                <a:r>
                  <a:rPr lang="it-IT" err="1"/>
                  <a:t>that</a:t>
                </a:r>
                <a:r>
                  <a:rPr lang="it-IT"/>
                  <a:t> </a:t>
                </a:r>
                <a:r>
                  <a:rPr lang="it-IT" err="1"/>
                  <a:t>each</a:t>
                </a:r>
                <a:r>
                  <a:rPr lang="it-IT"/>
                  <a:t> action </a:t>
                </a:r>
                <a:r>
                  <a:rPr lang="it-IT" err="1"/>
                  <a:t>is</a:t>
                </a:r>
                <a:r>
                  <a:rPr lang="it-IT"/>
                  <a:t> </a:t>
                </a:r>
                <a:r>
                  <a:rPr lang="it-IT" b="1" err="1"/>
                  <a:t>only</a:t>
                </a:r>
                <a:r>
                  <a:rPr lang="it-IT" b="1"/>
                  <a:t> </a:t>
                </a:r>
                <a:r>
                  <a:rPr lang="it-IT" b="1" err="1"/>
                  <a:t>tried</a:t>
                </a:r>
                <a:r>
                  <a:rPr lang="it-IT" b="1"/>
                  <a:t> once</a:t>
                </a:r>
                <a:r>
                  <a:rPr lang="it-IT"/>
                  <a:t>.</a:t>
                </a:r>
              </a:p>
              <a:p>
                <a:pPr lvl="1"/>
                <a:r>
                  <a:rPr lang="it-IT" err="1"/>
                  <a:t>Requires</a:t>
                </a:r>
                <a:r>
                  <a:rPr lang="it-IT"/>
                  <a:t> to model the </a:t>
                </a:r>
                <a:r>
                  <a:rPr lang="it-IT" err="1"/>
                  <a:t>probability</a:t>
                </a:r>
                <a:r>
                  <a:rPr lang="it-IT"/>
                  <a:t> </a:t>
                </a:r>
                <a:r>
                  <a:rPr lang="it-IT" err="1"/>
                  <a:t>distribution</a:t>
                </a:r>
                <a:r>
                  <a:rPr lang="it-IT"/>
                  <a:t>.</a:t>
                </a:r>
              </a:p>
              <a:p>
                <a:pPr lvl="1"/>
                <a:r>
                  <a:rPr lang="it-IT"/>
                  <a:t>Take </a:t>
                </a:r>
                <a:r>
                  <a:rPr lang="it-IT" err="1"/>
                  <a:t>into</a:t>
                </a:r>
                <a:r>
                  <a:rPr lang="it-IT"/>
                  <a:t> account </a:t>
                </a:r>
                <a:r>
                  <a:rPr lang="it-IT" b="1"/>
                  <a:t>cost</a:t>
                </a:r>
                <a:r>
                  <a:rPr lang="it-IT"/>
                  <a:t> and </a:t>
                </a:r>
                <a:r>
                  <a:rPr lang="it-IT" b="1" err="1"/>
                  <a:t>execution</a:t>
                </a:r>
                <a:r>
                  <a:rPr lang="it-IT" b="1"/>
                  <a:t> time</a:t>
                </a:r>
                <a:r>
                  <a:rPr lang="it-IT"/>
                  <a:t>.</a:t>
                </a:r>
              </a:p>
            </p:txBody>
          </p:sp>
        </mc:Choice>
        <mc:Fallback xmlns="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75C7B4B8-BEE1-5A5F-583C-4D7200759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306" y="1940684"/>
                <a:ext cx="7067774" cy="4051327"/>
              </a:xfrm>
              <a:blipFill>
                <a:blip r:embed="rId2"/>
                <a:stretch>
                  <a:fillRect l="-1257" t="-1875" r="-180" b="-18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5FF550-BFC5-7CD1-B3C0-3F855498B4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Stochastic</a:t>
            </a:r>
            <a:r>
              <a:rPr lang="it-IT"/>
              <a:t> BT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FFC3F30-9AAA-60B0-75B7-4542E74F2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testo, diagramma, linea, Carattere&#10;&#10;Descrizione generata automaticamente">
            <a:extLst>
              <a:ext uri="{FF2B5EF4-FFF2-40B4-BE49-F238E27FC236}">
                <a16:creationId xmlns:a16="http://schemas.microsoft.com/office/drawing/2014/main" id="{DF80720F-4863-9CEC-1E5F-C040B7D68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943" y="2585197"/>
            <a:ext cx="4071965" cy="249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112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DFAD-F4E1-40F5-69B5-E8806C8AE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B2810057-9D05-9971-0EFD-341635D13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306" y="1940684"/>
                <a:ext cx="7067774" cy="4686027"/>
              </a:xfrm>
            </p:spPr>
            <p:txBody>
              <a:bodyPr>
                <a:normAutofit/>
              </a:bodyPr>
              <a:lstStyle/>
              <a:p>
                <a:r>
                  <a:rPr lang="it-IT" sz="1800"/>
                  <a:t>Markov chains.</a:t>
                </a:r>
              </a:p>
              <a:p>
                <a:endParaRPr lang="it-IT" sz="1800"/>
              </a:p>
              <a:p>
                <a:r>
                  <a:rPr lang="it-IT" sz="1800"/>
                  <a:t>It first </a:t>
                </a:r>
                <a:r>
                  <a:rPr lang="it-IT" sz="1800" err="1"/>
                  <a:t>returns</a:t>
                </a:r>
                <a:r>
                  <a:rPr lang="it-IT" sz="1800"/>
                  <a:t> Running, for an </a:t>
                </a:r>
                <a:r>
                  <a:rPr lang="it-IT" sz="1800" err="1"/>
                  <a:t>amount</a:t>
                </a:r>
                <a:r>
                  <a:rPr lang="it-IT" sz="1800"/>
                  <a:t> of time </a:t>
                </a:r>
                <a:r>
                  <a:rPr lang="it-IT" sz="1800" err="1"/>
                  <a:t>that</a:t>
                </a:r>
                <a:r>
                  <a:rPr lang="it-IT" sz="1800"/>
                  <a:t> </a:t>
                </a:r>
                <a:r>
                  <a:rPr lang="it-IT" sz="1800" err="1"/>
                  <a:t>might</a:t>
                </a:r>
                <a:r>
                  <a:rPr lang="it-IT" sz="1800"/>
                  <a:t> be zero or non-zero, </a:t>
                </a:r>
                <a:r>
                  <a:rPr lang="it-IT" sz="1800" err="1"/>
                  <a:t>then</a:t>
                </a:r>
                <a:r>
                  <a:rPr lang="it-IT" sz="1800"/>
                  <a:t> </a:t>
                </a:r>
                <a:r>
                  <a:rPr lang="it-IT" sz="1800" err="1"/>
                  <a:t>consistently</a:t>
                </a:r>
                <a:r>
                  <a:rPr lang="it-IT" sz="1800"/>
                  <a:t> </a:t>
                </a:r>
                <a:r>
                  <a:rPr lang="it-IT" sz="1800" err="1"/>
                  <a:t>returns</a:t>
                </a:r>
                <a:r>
                  <a:rPr lang="it-IT" sz="1800"/>
                  <a:t> </a:t>
                </a:r>
                <a:r>
                  <a:rPr lang="it-IT" sz="1800" err="1"/>
                  <a:t>either</a:t>
                </a:r>
                <a:r>
                  <a:rPr lang="it-IT" sz="1800"/>
                  <a:t> Success or </a:t>
                </a:r>
                <a:r>
                  <a:rPr lang="it-IT" sz="1800" err="1"/>
                  <a:t>Failure</a:t>
                </a:r>
                <a:r>
                  <a:rPr lang="it-IT" sz="1800"/>
                  <a:t> for the </a:t>
                </a:r>
                <a:r>
                  <a:rPr lang="it-IT" sz="1800" err="1"/>
                  <a:t>rest</a:t>
                </a:r>
                <a:r>
                  <a:rPr lang="it-IT" sz="1800"/>
                  <a:t> of the </a:t>
                </a:r>
                <a:r>
                  <a:rPr lang="it-IT" sz="1800" err="1"/>
                  <a:t>execution</a:t>
                </a:r>
                <a:r>
                  <a:rPr lang="it-IT" sz="1800"/>
                  <a:t> of </a:t>
                </a:r>
                <a:r>
                  <a:rPr lang="it-IT" sz="1800" err="1"/>
                  <a:t>its</a:t>
                </a:r>
                <a:r>
                  <a:rPr lang="it-IT" sz="1800"/>
                  <a:t> </a:t>
                </a:r>
                <a:r>
                  <a:rPr lang="it-IT" sz="1800" err="1"/>
                  <a:t>parent</a:t>
                </a:r>
                <a:r>
                  <a:rPr lang="it-IT" sz="1800"/>
                  <a:t> </a:t>
                </a:r>
                <a:r>
                  <a:rPr lang="it-IT" sz="1800" err="1"/>
                  <a:t>node</a:t>
                </a:r>
                <a:r>
                  <a:rPr lang="it-IT" sz="1800"/>
                  <a:t>. </a:t>
                </a:r>
              </a:p>
              <a:p>
                <a:endParaRPr lang="it-IT" sz="1800"/>
              </a:p>
              <a:p>
                <a:r>
                  <a:rPr lang="it-IT" sz="1800"/>
                  <a:t>The </a:t>
                </a:r>
                <a:r>
                  <a:rPr lang="it-IT" sz="1800" err="1"/>
                  <a:t>probability</a:t>
                </a:r>
                <a:r>
                  <a:rPr lang="it-IT" sz="1800"/>
                  <a:t> to </a:t>
                </a:r>
                <a:r>
                  <a:rPr lang="it-IT" sz="1800" err="1"/>
                  <a:t>succeed</a:t>
                </a:r>
                <a:r>
                  <a:rPr lang="it-IT" sz="18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8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it-IT" sz="1800"/>
                  <a:t> and the </a:t>
                </a:r>
                <a:r>
                  <a:rPr lang="it-IT" sz="1800" err="1"/>
                  <a:t>probability</a:t>
                </a:r>
                <a:r>
                  <a:rPr lang="it-IT" sz="1800"/>
                  <a:t> to </a:t>
                </a:r>
                <a:r>
                  <a:rPr lang="it-IT" sz="1800" err="1"/>
                  <a:t>fail</a:t>
                </a:r>
                <a:r>
                  <a:rPr lang="it-IT" sz="18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8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it-IT" sz="1800"/>
                  <a:t> are </a:t>
                </a:r>
                <a:r>
                  <a:rPr lang="it-IT" sz="1800" err="1"/>
                  <a:t>known</a:t>
                </a:r>
                <a:r>
                  <a:rPr lang="it-IT" sz="1800"/>
                  <a:t> a priori. </a:t>
                </a:r>
              </a:p>
              <a:p>
                <a:endParaRPr lang="it-IT" sz="1800"/>
              </a:p>
              <a:p>
                <a:r>
                  <a:rPr lang="it-IT" sz="1800"/>
                  <a:t>An action A in a BT, can be </a:t>
                </a:r>
                <a:r>
                  <a:rPr lang="it-IT" sz="1800" i="1" err="1"/>
                  <a:t>stochastic</a:t>
                </a:r>
                <a:r>
                  <a:rPr lang="it-IT" sz="1800" i="1"/>
                  <a:t>, </a:t>
                </a:r>
                <a:r>
                  <a:rPr lang="it-IT" sz="1800" err="1"/>
                  <a:t>deterministic</a:t>
                </a:r>
                <a:r>
                  <a:rPr lang="it-IT" sz="1800"/>
                  <a:t>, </a:t>
                </a:r>
                <a:r>
                  <a:rPr lang="it-IT" sz="1800" err="1"/>
                  <a:t>hybrid</a:t>
                </a:r>
                <a:r>
                  <a:rPr lang="it-IT" sz="1800"/>
                  <a:t>, </a:t>
                </a:r>
                <a:r>
                  <a:rPr lang="it-IT" sz="1800" err="1"/>
                  <a:t>depending</a:t>
                </a:r>
                <a:r>
                  <a:rPr lang="it-IT" sz="1800"/>
                  <a:t> on the </a:t>
                </a:r>
                <a:r>
                  <a:rPr lang="it-IT" sz="1800" err="1"/>
                  <a:t>probability</a:t>
                </a:r>
                <a:r>
                  <a:rPr lang="it-IT" sz="1800"/>
                  <a:t> </a:t>
                </a:r>
                <a:r>
                  <a:rPr lang="it-IT" sz="1800" err="1"/>
                  <a:t>distribution</a:t>
                </a:r>
                <a:r>
                  <a:rPr lang="it-IT" sz="1800"/>
                  <a:t> of success and </a:t>
                </a:r>
                <a:r>
                  <a:rPr lang="it-IT" sz="1800" err="1"/>
                  <a:t>failure</a:t>
                </a:r>
                <a:r>
                  <a:rPr lang="it-IT" sz="1800"/>
                  <a:t>.</a:t>
                </a:r>
              </a:p>
            </p:txBody>
          </p:sp>
        </mc:Choice>
        <mc:Fallback xmlns="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B2810057-9D05-9971-0EFD-341635D13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306" y="1940684"/>
                <a:ext cx="7067774" cy="4686027"/>
              </a:xfrm>
              <a:blipFill>
                <a:blip r:embed="rId2"/>
                <a:stretch>
                  <a:fillRect l="-718" t="-1081" r="-89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F72B2D-D710-EE54-1302-1A70DC455A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Stochastic</a:t>
            </a:r>
            <a:r>
              <a:rPr lang="it-IT"/>
              <a:t> BT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336FF2F-63E3-2BBD-B557-5771E0D5F0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7" name="Immagine 6" descr="Immagine che contiene testo, diagramma, Carattere, bianco&#10;&#10;Descrizione generata automaticamente">
            <a:extLst>
              <a:ext uri="{FF2B5EF4-FFF2-40B4-BE49-F238E27FC236}">
                <a16:creationId xmlns:a16="http://schemas.microsoft.com/office/drawing/2014/main" id="{9F52B577-F835-949F-640C-46FBC03AD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814395"/>
            <a:ext cx="430530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44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5DE94-2C6C-4F80-681B-EF23BA9DC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B9A7CE5B-B4F2-D559-1C5E-C9DC85BE7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63300"/>
            <a:ext cx="5171420" cy="308259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it-IT" err="1"/>
              <a:t>Fallbacks</a:t>
            </a:r>
            <a:r>
              <a:rPr lang="it-IT"/>
              <a:t> root </a:t>
            </a:r>
            <a:r>
              <a:rPr lang="it-IT" err="1"/>
              <a:t>ticks</a:t>
            </a:r>
            <a:r>
              <a:rPr lang="it-IT"/>
              <a:t> first </a:t>
            </a:r>
            <a:r>
              <a:rPr lang="it-IT" err="1"/>
              <a:t>child</a:t>
            </a:r>
            <a:endParaRPr lang="it-IT"/>
          </a:p>
          <a:p>
            <a:pPr marL="914400" lvl="1" indent="-457200">
              <a:buFont typeface="+mj-lt"/>
              <a:buAutoNum type="arabicPeriod"/>
            </a:pPr>
            <a:r>
              <a:rPr lang="it-IT" err="1"/>
              <a:t>Sequence</a:t>
            </a:r>
            <a:r>
              <a:rPr lang="it-IT"/>
              <a:t> </a:t>
            </a:r>
            <a:r>
              <a:rPr lang="it-IT" err="1"/>
              <a:t>ticks</a:t>
            </a:r>
            <a:r>
              <a:rPr lang="it-IT"/>
              <a:t> first </a:t>
            </a:r>
            <a:r>
              <a:rPr lang="it-IT" err="1"/>
              <a:t>child</a:t>
            </a:r>
            <a:endParaRPr lang="it-IT"/>
          </a:p>
          <a:p>
            <a:pPr marL="1371600" lvl="2" indent="-457200">
              <a:buFont typeface="+mj-lt"/>
              <a:buAutoNum type="arabicPeriod"/>
            </a:pPr>
            <a:r>
              <a:rPr lang="it-IT"/>
              <a:t>Check </a:t>
            </a:r>
            <a:r>
              <a:rPr lang="it-IT" err="1"/>
              <a:t>if</a:t>
            </a:r>
            <a:r>
              <a:rPr lang="it-IT"/>
              <a:t> a Ghost </a:t>
            </a:r>
            <a:r>
              <a:rPr lang="it-IT" err="1"/>
              <a:t>is</a:t>
            </a:r>
            <a:r>
              <a:rPr lang="it-IT"/>
              <a:t> close</a:t>
            </a:r>
          </a:p>
          <a:p>
            <a:pPr marL="1828800" lvl="3" indent="-457200">
              <a:buFont typeface="+mj-lt"/>
              <a:buAutoNum type="arabicPeriod"/>
            </a:pPr>
            <a:r>
              <a:rPr lang="it-IT"/>
              <a:t>Tick </a:t>
            </a:r>
            <a:r>
              <a:rPr lang="it-IT" err="1"/>
              <a:t>Sequence</a:t>
            </a:r>
            <a:r>
              <a:rPr lang="it-IT"/>
              <a:t> </a:t>
            </a:r>
            <a:r>
              <a:rPr lang="it-IT" err="1"/>
              <a:t>child</a:t>
            </a:r>
            <a:r>
              <a:rPr lang="it-IT"/>
              <a:t>:</a:t>
            </a:r>
          </a:p>
          <a:p>
            <a:pPr marL="2286000" lvl="4" indent="-457200">
              <a:buFont typeface="+mj-lt"/>
              <a:buAutoNum type="arabicPeriod"/>
            </a:pPr>
            <a:r>
              <a:rPr lang="it-IT"/>
              <a:t>Check </a:t>
            </a:r>
            <a:r>
              <a:rPr lang="it-IT" err="1"/>
              <a:t>if</a:t>
            </a:r>
            <a:r>
              <a:rPr lang="it-IT"/>
              <a:t> Ghost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scared</a:t>
            </a:r>
            <a:endParaRPr lang="it-IT"/>
          </a:p>
          <a:p>
            <a:pPr marL="2743200" lvl="5" indent="-457200">
              <a:buFont typeface="+mj-lt"/>
              <a:buAutoNum type="arabicPeriod"/>
            </a:pPr>
            <a:r>
              <a:rPr lang="it-IT"/>
              <a:t>Chase</a:t>
            </a:r>
          </a:p>
          <a:p>
            <a:pPr marL="1828800" lvl="3" indent="-457200">
              <a:buFont typeface="+mj-lt"/>
              <a:buAutoNum type="arabicPeriod"/>
            </a:pPr>
            <a:r>
              <a:rPr lang="it-IT" err="1"/>
              <a:t>Avoid</a:t>
            </a:r>
            <a:r>
              <a:rPr lang="it-IT"/>
              <a:t> Ghost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err="1"/>
              <a:t>Eat</a:t>
            </a:r>
            <a:r>
              <a:rPr lang="it-IT"/>
              <a:t> </a:t>
            </a:r>
            <a:r>
              <a:rPr lang="it-IT" err="1"/>
              <a:t>Pills</a:t>
            </a:r>
            <a:endParaRPr lang="it-IT"/>
          </a:p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4C9B7AB-FC49-1A91-7059-FE87C9475F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BTs</a:t>
            </a:r>
            <a:r>
              <a:rPr lang="it-IT"/>
              <a:t> in games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273CBCD-53BB-5ED4-1785-5D52204B1A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testo, Carattere, schermata, bianco&#10;&#10;Descrizione generata automaticamente">
            <a:extLst>
              <a:ext uri="{FF2B5EF4-FFF2-40B4-BE49-F238E27FC236}">
                <a16:creationId xmlns:a16="http://schemas.microsoft.com/office/drawing/2014/main" id="{9F7834BE-3ACA-2D07-A142-98BBEB195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81" y="1663300"/>
            <a:ext cx="3251200" cy="1511300"/>
          </a:xfrm>
          <a:prstGeom prst="rect">
            <a:avLst/>
          </a:prstGeom>
        </p:spPr>
      </p:pic>
      <p:pic>
        <p:nvPicPr>
          <p:cNvPr id="7" name="Immagine 6" descr="Immagine che contiene schermata, Policromia&#10;&#10;Descrizione generata automaticamente">
            <a:extLst>
              <a:ext uri="{FF2B5EF4-FFF2-40B4-BE49-F238E27FC236}">
                <a16:creationId xmlns:a16="http://schemas.microsoft.com/office/drawing/2014/main" id="{327FEE8A-45BD-74E6-0E5D-CE40F47DE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710" y="4948699"/>
            <a:ext cx="4297999" cy="1473433"/>
          </a:xfrm>
          <a:prstGeom prst="rect">
            <a:avLst/>
          </a:prstGeom>
        </p:spPr>
      </p:pic>
      <p:pic>
        <p:nvPicPr>
          <p:cNvPr id="10" name="Immagine 9" descr="Immagine che contiene diagramma, testo, bianco, Piano&#10;&#10;Descrizione generata automaticamente">
            <a:extLst>
              <a:ext uri="{FF2B5EF4-FFF2-40B4-BE49-F238E27FC236}">
                <a16:creationId xmlns:a16="http://schemas.microsoft.com/office/drawing/2014/main" id="{9B9F0452-2A3A-FB75-298E-56A224A1B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260" y="3293298"/>
            <a:ext cx="3055041" cy="312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73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380F4F2B-3487-F149-434A-4F8334921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203" y="2065867"/>
            <a:ext cx="4658107" cy="3815644"/>
          </a:xfrm>
        </p:spPr>
        <p:txBody>
          <a:bodyPr/>
          <a:lstStyle/>
          <a:p>
            <a:r>
              <a:rPr lang="it-IT" sz="2000"/>
              <a:t>First </a:t>
            </a:r>
            <a:r>
              <a:rPr lang="it-IT" sz="2000" err="1"/>
              <a:t>Person</a:t>
            </a:r>
            <a:r>
              <a:rPr lang="it-IT" sz="2000"/>
              <a:t> </a:t>
            </a:r>
            <a:r>
              <a:rPr lang="it-IT" sz="2000" err="1"/>
              <a:t>Shooter</a:t>
            </a:r>
            <a:r>
              <a:rPr lang="it-IT" sz="2000"/>
              <a:t>.</a:t>
            </a:r>
          </a:p>
          <a:p>
            <a:endParaRPr lang="it-IT" sz="2000"/>
          </a:p>
          <a:p>
            <a:pPr marL="457200" indent="-457200">
              <a:buFont typeface="+mj-lt"/>
              <a:buAutoNum type="arabicPeriod"/>
            </a:pPr>
            <a:r>
              <a:rPr lang="it-IT" sz="2000"/>
              <a:t>Root (a </a:t>
            </a:r>
            <a:r>
              <a:rPr lang="it-IT" sz="2000" err="1"/>
              <a:t>Fallback</a:t>
            </a:r>
            <a:r>
              <a:rPr lang="it-IT" sz="2000"/>
              <a:t> </a:t>
            </a:r>
            <a:r>
              <a:rPr lang="it-IT" sz="2000" err="1"/>
              <a:t>node</a:t>
            </a:r>
            <a:r>
              <a:rPr lang="it-IT" sz="2000"/>
              <a:t>) </a:t>
            </a:r>
            <a:r>
              <a:rPr lang="it-IT" sz="2000" err="1"/>
              <a:t>ticks</a:t>
            </a:r>
            <a:r>
              <a:rPr lang="it-IT" sz="2000"/>
              <a:t> the </a:t>
            </a:r>
            <a:r>
              <a:rPr lang="it-IT" sz="2000" err="1"/>
              <a:t>children</a:t>
            </a:r>
            <a:r>
              <a:rPr lang="it-IT" sz="2000"/>
              <a:t>. </a:t>
            </a:r>
            <a:endParaRPr lang="it-IT" sz="1600"/>
          </a:p>
          <a:p>
            <a:pPr marL="914400" lvl="1" indent="-457200">
              <a:buFont typeface="+mj-lt"/>
              <a:buAutoNum type="arabicPeriod"/>
            </a:pPr>
            <a:r>
              <a:rPr lang="it-IT" sz="1600"/>
              <a:t>Sequence1 checks </a:t>
            </a:r>
            <a:r>
              <a:rPr lang="it-IT" sz="1600" err="1"/>
              <a:t>if</a:t>
            </a:r>
            <a:r>
              <a:rPr lang="it-IT" sz="1600"/>
              <a:t> a player </a:t>
            </a:r>
            <a:r>
              <a:rPr lang="it-IT" sz="1600" err="1"/>
              <a:t>is</a:t>
            </a:r>
            <a:r>
              <a:rPr lang="it-IT" sz="1600"/>
              <a:t> </a:t>
            </a:r>
            <a:r>
              <a:rPr lang="it-IT" sz="1600" err="1"/>
              <a:t>attacking</a:t>
            </a:r>
            <a:r>
              <a:rPr lang="it-IT" sz="1600"/>
              <a:t>, in </a:t>
            </a:r>
            <a:r>
              <a:rPr lang="it-IT" sz="1600" err="1"/>
              <a:t>which</a:t>
            </a:r>
            <a:r>
              <a:rPr lang="it-IT" sz="1600"/>
              <a:t> case the action </a:t>
            </a:r>
            <a:r>
              <a:rPr lang="it-IT" sz="1600" err="1"/>
              <a:t>is</a:t>
            </a:r>
            <a:r>
              <a:rPr lang="it-IT" sz="1600"/>
              <a:t> to evade.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1600"/>
              <a:t>Sequence2 targets the health </a:t>
            </a:r>
            <a:r>
              <a:rPr lang="it-IT" sz="1600" err="1"/>
              <a:t>level</a:t>
            </a:r>
            <a:r>
              <a:rPr lang="it-IT" sz="160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1600"/>
              <a:t>Sequence3 checks the </a:t>
            </a:r>
            <a:r>
              <a:rPr lang="it-IT" sz="1600" err="1"/>
              <a:t>visibility</a:t>
            </a:r>
            <a:r>
              <a:rPr lang="it-IT" sz="1600"/>
              <a:t> of a non-</a:t>
            </a:r>
            <a:r>
              <a:rPr lang="it-IT" sz="1600" err="1"/>
              <a:t>attacking</a:t>
            </a:r>
            <a:r>
              <a:rPr lang="it-IT" sz="1600"/>
              <a:t> player, and </a:t>
            </a:r>
            <a:r>
              <a:rPr lang="it-IT" sz="1600" err="1"/>
              <a:t>ticks</a:t>
            </a:r>
            <a:r>
              <a:rPr lang="it-IT" sz="1600"/>
              <a:t> </a:t>
            </a:r>
            <a:r>
              <a:rPr lang="it-IT" sz="1600" err="1"/>
              <a:t>possible</a:t>
            </a:r>
            <a:r>
              <a:rPr lang="it-IT" sz="1600"/>
              <a:t> ways to </a:t>
            </a:r>
            <a:r>
              <a:rPr lang="it-IT" sz="1600" err="1"/>
              <a:t>engage</a:t>
            </a:r>
            <a:r>
              <a:rPr lang="it-IT" sz="160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sz="1600" err="1"/>
              <a:t>Wandering</a:t>
            </a:r>
            <a:r>
              <a:rPr lang="it-IT" sz="1600"/>
              <a:t> action.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80401B-6C5A-21F2-B307-6E570E5F12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BTs</a:t>
            </a:r>
            <a:r>
              <a:rPr lang="it-IT"/>
              <a:t> in games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D8F8E5A-A824-9AC2-1B9D-4E851D94BF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testo, Carattere, schermata, bianco&#10;&#10;Descrizione generata automaticamente">
            <a:extLst>
              <a:ext uri="{FF2B5EF4-FFF2-40B4-BE49-F238E27FC236}">
                <a16:creationId xmlns:a16="http://schemas.microsoft.com/office/drawing/2014/main" id="{996D03D1-B5C9-5435-E471-16F5A367D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181" y="1663300"/>
            <a:ext cx="3251200" cy="1511300"/>
          </a:xfrm>
          <a:prstGeom prst="rect">
            <a:avLst/>
          </a:prstGeom>
        </p:spPr>
      </p:pic>
      <p:pic>
        <p:nvPicPr>
          <p:cNvPr id="9" name="Immagine 8" descr="Immagine che contiene diagramma, schizzo, linea, testo&#10;&#10;Descrizione generata automaticamente">
            <a:extLst>
              <a:ext uri="{FF2B5EF4-FFF2-40B4-BE49-F238E27FC236}">
                <a16:creationId xmlns:a16="http://schemas.microsoft.com/office/drawing/2014/main" id="{AFE2A722-C8CC-0B3F-EFF0-A503790B1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01" y="3777919"/>
            <a:ext cx="5832760" cy="197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27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E737-54DD-3567-9CF6-3AC91BD3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D8A178FE-5F24-8CA8-1968-357FEB72D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0780" y="2418950"/>
            <a:ext cx="4838731" cy="2784521"/>
          </a:xfrm>
        </p:spPr>
        <p:txBody>
          <a:bodyPr/>
          <a:lstStyle/>
          <a:p>
            <a:r>
              <a:rPr lang="it-IT"/>
              <a:t>Platform games: the player controls a </a:t>
            </a:r>
            <a:r>
              <a:rPr lang="it-IT" err="1"/>
              <a:t>character</a:t>
            </a:r>
            <a:r>
              <a:rPr lang="it-IT"/>
              <a:t> in a 2D </a:t>
            </a:r>
            <a:r>
              <a:rPr lang="it-IT" err="1"/>
              <a:t>environment</a:t>
            </a:r>
            <a:r>
              <a:rPr lang="it-IT"/>
              <a:t> and </a:t>
            </a:r>
            <a:r>
              <a:rPr lang="it-IT" err="1"/>
              <a:t>moves</a:t>
            </a:r>
            <a:r>
              <a:rPr lang="it-IT"/>
              <a:t> </a:t>
            </a:r>
            <a:r>
              <a:rPr lang="it-IT" err="1"/>
              <a:t>between</a:t>
            </a:r>
            <a:r>
              <a:rPr lang="it-IT"/>
              <a:t> a set of </a:t>
            </a:r>
            <a:r>
              <a:rPr lang="it-IT" err="1"/>
              <a:t>platforms</a:t>
            </a:r>
            <a:r>
              <a:rPr lang="it-IT"/>
              <a:t>. </a:t>
            </a:r>
          </a:p>
          <a:p>
            <a:endParaRPr lang="it-IT"/>
          </a:p>
          <a:p>
            <a:r>
              <a:rPr lang="it-IT"/>
              <a:t>Super Mario.</a:t>
            </a:r>
          </a:p>
          <a:p>
            <a:pPr lvl="1"/>
            <a:r>
              <a:rPr lang="it-IT"/>
              <a:t>The Mario AI framework.</a:t>
            </a:r>
          </a:p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8644EAD-1A6B-8189-1EBC-2653443A68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BTs</a:t>
            </a:r>
            <a:r>
              <a:rPr lang="it-IT"/>
              <a:t> in games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FC961E7-3450-1DB2-F69D-15EED4F2F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7" name="Immagine 6" descr="Immagine che contiene diagramma, testo, Piano&#10;&#10;Descrizione generata automaticamente">
            <a:extLst>
              <a:ext uri="{FF2B5EF4-FFF2-40B4-BE49-F238E27FC236}">
                <a16:creationId xmlns:a16="http://schemas.microsoft.com/office/drawing/2014/main" id="{9A9859B7-6523-C3EB-87B7-2F6CDBBEFB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17"/>
          <a:stretch/>
        </p:blipFill>
        <p:spPr>
          <a:xfrm>
            <a:off x="894270" y="3273846"/>
            <a:ext cx="5115021" cy="3346379"/>
          </a:xfrm>
          <a:prstGeom prst="rect">
            <a:avLst/>
          </a:prstGeom>
        </p:spPr>
      </p:pic>
      <p:pic>
        <p:nvPicPr>
          <p:cNvPr id="9" name="Immagine 8" descr="Immagine che contiene testo, Carattere, schermata, bianco&#10;&#10;Descrizione generata automaticamente">
            <a:extLst>
              <a:ext uri="{FF2B5EF4-FFF2-40B4-BE49-F238E27FC236}">
                <a16:creationId xmlns:a16="http://schemas.microsoft.com/office/drawing/2014/main" id="{3D3956B6-3EAC-DA17-609E-5B9185384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181" y="1663300"/>
            <a:ext cx="32512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71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DAE26-F045-3C9F-3EB9-267F1014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7FB303-D734-43B0-EDF5-4CE1DB63C6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BTs</a:t>
            </a:r>
            <a:r>
              <a:rPr lang="it-IT"/>
              <a:t> in games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4BEE781-76A6-65BE-9EB2-C6550251AF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7" name="Immagine 6" descr="Immagine che contiene diagramma, testo, Piano&#10;&#10;Descrizione generata automaticamente">
            <a:extLst>
              <a:ext uri="{FF2B5EF4-FFF2-40B4-BE49-F238E27FC236}">
                <a16:creationId xmlns:a16="http://schemas.microsoft.com/office/drawing/2014/main" id="{8DC26F1A-0C23-618C-DF0D-C481A06F62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17"/>
          <a:stretch/>
        </p:blipFill>
        <p:spPr>
          <a:xfrm>
            <a:off x="894270" y="3273846"/>
            <a:ext cx="5115021" cy="3346379"/>
          </a:xfrm>
          <a:prstGeom prst="rect">
            <a:avLst/>
          </a:prstGeom>
        </p:spPr>
      </p:pic>
      <p:pic>
        <p:nvPicPr>
          <p:cNvPr id="9" name="Immagine 8" descr="Immagine che contiene testo, Carattere, schermata, bianco&#10;&#10;Descrizione generata automaticamente">
            <a:extLst>
              <a:ext uri="{FF2B5EF4-FFF2-40B4-BE49-F238E27FC236}">
                <a16:creationId xmlns:a16="http://schemas.microsoft.com/office/drawing/2014/main" id="{827712DD-59F1-1225-1073-384956441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181" y="1663300"/>
            <a:ext cx="32512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05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9C4EA-4358-194D-0E23-9DBD0AD3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79DB7183-6CA9-CAFE-B3FD-EA2BBBD84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202" y="1866501"/>
            <a:ext cx="4838731" cy="437625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it-IT"/>
              <a:t>Root </a:t>
            </a:r>
            <a:r>
              <a:rPr lang="it-IT" err="1"/>
              <a:t>ticks</a:t>
            </a:r>
            <a:r>
              <a:rPr lang="it-IT"/>
              <a:t> </a:t>
            </a:r>
            <a:r>
              <a:rPr lang="it-IT" err="1"/>
              <a:t>children</a:t>
            </a:r>
            <a:r>
              <a:rPr lang="it-IT"/>
              <a:t> (</a:t>
            </a:r>
            <a:r>
              <a:rPr lang="it-IT" err="1"/>
              <a:t>fallbacks</a:t>
            </a:r>
            <a:r>
              <a:rPr lang="it-IT"/>
              <a:t>):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err="1"/>
              <a:t>Sequence</a:t>
            </a:r>
            <a:r>
              <a:rPr lang="it-IT"/>
              <a:t>: check </a:t>
            </a:r>
            <a:r>
              <a:rPr lang="it-IT" err="1"/>
              <a:t>enemy</a:t>
            </a:r>
            <a:r>
              <a:rPr lang="it-IT"/>
              <a:t> in c14</a:t>
            </a:r>
          </a:p>
          <a:p>
            <a:pPr lvl="2">
              <a:buFont typeface="Wingdings" pitchFamily="2" charset="2"/>
              <a:buChar char="Ø"/>
            </a:pPr>
            <a:r>
              <a:rPr lang="it-IT" err="1"/>
              <a:t>Shoot</a:t>
            </a:r>
            <a:r>
              <a:rPr lang="it-IT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err="1"/>
              <a:t>Sequence</a:t>
            </a:r>
            <a:r>
              <a:rPr lang="it-IT"/>
              <a:t>:</a:t>
            </a:r>
          </a:p>
          <a:p>
            <a:pPr marL="1371600" lvl="2" indent="-457200">
              <a:buFont typeface="+mj-lt"/>
              <a:buAutoNum type="arabicPeriod"/>
            </a:pPr>
            <a:r>
              <a:rPr lang="it-IT" err="1"/>
              <a:t>Fallbacks</a:t>
            </a:r>
            <a:r>
              <a:rPr lang="it-IT"/>
              <a:t>, </a:t>
            </a:r>
            <a:r>
              <a:rPr lang="it-IT" err="1"/>
              <a:t>all</a:t>
            </a:r>
            <a:r>
              <a:rPr lang="it-IT"/>
              <a:t> </a:t>
            </a:r>
            <a:r>
              <a:rPr lang="it-IT" err="1"/>
              <a:t>leaf</a:t>
            </a:r>
            <a:r>
              <a:rPr lang="it-IT"/>
              <a:t> </a:t>
            </a:r>
            <a:r>
              <a:rPr lang="it-IT" err="1"/>
              <a:t>nodes</a:t>
            </a:r>
            <a:r>
              <a:rPr lang="it-IT"/>
              <a:t> are </a:t>
            </a:r>
            <a:r>
              <a:rPr lang="it-IT" err="1"/>
              <a:t>condition</a:t>
            </a:r>
            <a:r>
              <a:rPr lang="it-IT"/>
              <a:t> checks:</a:t>
            </a:r>
          </a:p>
          <a:p>
            <a:pPr lvl="3">
              <a:buFont typeface="Wingdings" pitchFamily="2" charset="2"/>
              <a:buChar char="Ø"/>
            </a:pPr>
            <a:r>
              <a:rPr lang="it-IT" err="1"/>
              <a:t>Obstacle</a:t>
            </a:r>
            <a:r>
              <a:rPr lang="it-IT"/>
              <a:t> in c8</a:t>
            </a:r>
          </a:p>
          <a:p>
            <a:pPr lvl="3">
              <a:buFont typeface="Wingdings" pitchFamily="2" charset="2"/>
              <a:buChar char="Ø"/>
            </a:pPr>
            <a:r>
              <a:rPr lang="it-IT" err="1"/>
              <a:t>Obstacle</a:t>
            </a:r>
            <a:r>
              <a:rPr lang="it-IT"/>
              <a:t> in c12</a:t>
            </a:r>
          </a:p>
          <a:p>
            <a:pPr marL="1714500" lvl="3" indent="-342900">
              <a:buFont typeface="+mj-lt"/>
              <a:buAutoNum type="arabicPeriod"/>
            </a:pPr>
            <a:r>
              <a:rPr lang="it-IT" err="1"/>
              <a:t>Sequence</a:t>
            </a:r>
            <a:r>
              <a:rPr lang="it-IT"/>
              <a:t> with checks:</a:t>
            </a:r>
          </a:p>
          <a:p>
            <a:pPr lvl="4">
              <a:buFont typeface="Wingdings" pitchFamily="2" charset="2"/>
              <a:buChar char="Ø"/>
            </a:pPr>
            <a:r>
              <a:rPr lang="it-IT"/>
              <a:t>No </a:t>
            </a:r>
            <a:r>
              <a:rPr lang="it-IT" err="1"/>
              <a:t>obstacle</a:t>
            </a:r>
            <a:r>
              <a:rPr lang="it-IT"/>
              <a:t> in c16</a:t>
            </a:r>
          </a:p>
          <a:p>
            <a:pPr lvl="4">
              <a:buFont typeface="Wingdings" pitchFamily="2" charset="2"/>
              <a:buChar char="Ø"/>
            </a:pPr>
            <a:r>
              <a:rPr lang="it-IT"/>
              <a:t>No </a:t>
            </a:r>
            <a:r>
              <a:rPr lang="it-IT" err="1"/>
              <a:t>obstacle</a:t>
            </a:r>
            <a:r>
              <a:rPr lang="it-IT"/>
              <a:t> in c17</a:t>
            </a:r>
          </a:p>
          <a:p>
            <a:pPr marL="1257300" lvl="2" indent="-342900">
              <a:buFont typeface="+mj-lt"/>
              <a:buAutoNum type="arabicPeriod"/>
            </a:pP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all</a:t>
            </a:r>
            <a:r>
              <a:rPr lang="it-IT"/>
              <a:t> checks </a:t>
            </a:r>
            <a:r>
              <a:rPr lang="it-IT" err="1"/>
              <a:t>return</a:t>
            </a:r>
            <a:r>
              <a:rPr lang="it-IT"/>
              <a:t> success, </a:t>
            </a:r>
            <a:r>
              <a:rPr lang="it-IT" err="1"/>
              <a:t>then</a:t>
            </a:r>
            <a:r>
              <a:rPr lang="it-IT"/>
              <a:t> </a:t>
            </a:r>
            <a:r>
              <a:rPr lang="it-IT" err="1"/>
              <a:t>jump</a:t>
            </a:r>
            <a:r>
              <a:rPr lang="it-IT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err="1"/>
              <a:t>Move</a:t>
            </a:r>
            <a:r>
              <a:rPr lang="it-IT"/>
              <a:t> </a:t>
            </a:r>
            <a:r>
              <a:rPr lang="it-IT" err="1"/>
              <a:t>right</a:t>
            </a:r>
            <a:r>
              <a:rPr lang="it-IT"/>
              <a:t>.</a:t>
            </a:r>
          </a:p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E1F832A-D110-332C-54B0-06F13881CC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BTs</a:t>
            </a:r>
            <a:r>
              <a:rPr lang="it-IT"/>
              <a:t> in games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3C64CE8-BCC4-7FAE-7C8F-4CFED90797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7" name="Immagine 6" descr="Immagine che contiene diagramma, testo, Piano&#10;&#10;Descrizione generata automaticamente">
            <a:extLst>
              <a:ext uri="{FF2B5EF4-FFF2-40B4-BE49-F238E27FC236}">
                <a16:creationId xmlns:a16="http://schemas.microsoft.com/office/drawing/2014/main" id="{27BAB72E-5E37-2A30-8437-B55C58E40B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17"/>
          <a:stretch/>
        </p:blipFill>
        <p:spPr>
          <a:xfrm>
            <a:off x="894270" y="3273846"/>
            <a:ext cx="5115021" cy="3346379"/>
          </a:xfrm>
          <a:prstGeom prst="rect">
            <a:avLst/>
          </a:prstGeom>
        </p:spPr>
      </p:pic>
      <p:pic>
        <p:nvPicPr>
          <p:cNvPr id="9" name="Immagine 8" descr="Immagine che contiene testo, Carattere, schermata, bianco&#10;&#10;Descrizione generata automaticamente">
            <a:extLst>
              <a:ext uri="{FF2B5EF4-FFF2-40B4-BE49-F238E27FC236}">
                <a16:creationId xmlns:a16="http://schemas.microsoft.com/office/drawing/2014/main" id="{03A052A9-D6BD-CBD7-26E2-3A6523F3A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181" y="1663300"/>
            <a:ext cx="32512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69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8828A26B-F35D-20D1-67E6-81116CAD8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934" y="1681198"/>
            <a:ext cx="6152444" cy="5030045"/>
          </a:xfrm>
        </p:spPr>
        <p:txBody>
          <a:bodyPr>
            <a:normAutofit/>
          </a:bodyPr>
          <a:lstStyle/>
          <a:p>
            <a:r>
              <a:rPr lang="it-IT" sz="2000" b="1" err="1"/>
              <a:t>Manipulation</a:t>
            </a:r>
            <a:r>
              <a:rPr lang="it-IT" sz="2000" b="1"/>
              <a:t> and collaborative </a:t>
            </a:r>
            <a:r>
              <a:rPr lang="it-IT" sz="2000" b="1" err="1"/>
              <a:t>robots</a:t>
            </a:r>
            <a:endParaRPr lang="it-IT" sz="2000" b="1"/>
          </a:p>
          <a:p>
            <a:pPr lvl="1"/>
            <a:r>
              <a:rPr lang="it-IT" sz="1600" err="1"/>
              <a:t>Advantages</a:t>
            </a:r>
            <a:r>
              <a:rPr lang="it-IT" sz="1600"/>
              <a:t> of </a:t>
            </a:r>
            <a:r>
              <a:rPr lang="it-IT" sz="1600" err="1"/>
              <a:t>transparency</a:t>
            </a:r>
            <a:r>
              <a:rPr lang="it-IT" sz="1600"/>
              <a:t> and </a:t>
            </a:r>
            <a:r>
              <a:rPr lang="it-IT" sz="1600" err="1"/>
              <a:t>modularity</a:t>
            </a:r>
            <a:r>
              <a:rPr lang="it-IT" sz="1600"/>
              <a:t>.</a:t>
            </a:r>
          </a:p>
          <a:p>
            <a:pPr lvl="1"/>
            <a:r>
              <a:rPr lang="it-IT" sz="1600"/>
              <a:t>E.g., </a:t>
            </a:r>
            <a:r>
              <a:rPr lang="it-IT" sz="1600" err="1"/>
              <a:t>Kuka</a:t>
            </a:r>
            <a:r>
              <a:rPr lang="it-IT" sz="1600"/>
              <a:t> and </a:t>
            </a:r>
            <a:r>
              <a:rPr lang="it-IT" sz="1600" err="1"/>
              <a:t>Franka</a:t>
            </a:r>
            <a:r>
              <a:rPr lang="it-IT" sz="1600"/>
              <a:t> Panda </a:t>
            </a:r>
            <a:r>
              <a:rPr lang="it-IT" sz="1600" err="1"/>
              <a:t>arms</a:t>
            </a:r>
            <a:r>
              <a:rPr lang="it-IT" sz="1600"/>
              <a:t>: </a:t>
            </a:r>
            <a:r>
              <a:rPr lang="it-IT" sz="1600" err="1"/>
              <a:t>reduction</a:t>
            </a:r>
            <a:r>
              <a:rPr lang="it-IT" sz="1600"/>
              <a:t> of </a:t>
            </a:r>
            <a:r>
              <a:rPr lang="it-IT" sz="1600" err="1"/>
              <a:t>execution</a:t>
            </a:r>
            <a:r>
              <a:rPr lang="it-IT" sz="1600"/>
              <a:t> time.</a:t>
            </a:r>
          </a:p>
          <a:p>
            <a:pPr lvl="1"/>
            <a:r>
              <a:rPr lang="it-IT" sz="1600"/>
              <a:t>E.g., Aldebaran/Softbank NAO: </a:t>
            </a:r>
            <a:r>
              <a:rPr lang="it-IT" sz="1600" err="1"/>
              <a:t>grasping</a:t>
            </a:r>
            <a:r>
              <a:rPr lang="it-IT" sz="1600"/>
              <a:t> and </a:t>
            </a:r>
            <a:r>
              <a:rPr lang="it-IT" sz="1600" err="1"/>
              <a:t>transporting</a:t>
            </a:r>
            <a:r>
              <a:rPr lang="it-IT" sz="1600"/>
              <a:t> </a:t>
            </a:r>
            <a:r>
              <a:rPr lang="it-IT" sz="1600" err="1"/>
              <a:t>objects</a:t>
            </a:r>
            <a:r>
              <a:rPr lang="it-IT" sz="1600"/>
              <a:t>. </a:t>
            </a:r>
          </a:p>
          <a:p>
            <a:r>
              <a:rPr lang="it-IT" sz="2000" b="1"/>
              <a:t>Mobile ground </a:t>
            </a:r>
            <a:r>
              <a:rPr lang="it-IT" sz="2000" b="1" err="1"/>
              <a:t>robotics</a:t>
            </a:r>
            <a:endParaRPr lang="it-IT" sz="2000" b="1"/>
          </a:p>
          <a:p>
            <a:pPr lvl="1"/>
            <a:r>
              <a:rPr lang="it-IT" sz="1600" err="1"/>
              <a:t>Reactivity</a:t>
            </a:r>
            <a:r>
              <a:rPr lang="it-IT" sz="1600"/>
              <a:t> and </a:t>
            </a:r>
            <a:r>
              <a:rPr lang="it-IT" sz="1600" err="1"/>
              <a:t>modularity</a:t>
            </a:r>
            <a:r>
              <a:rPr lang="it-IT" sz="1600"/>
              <a:t> </a:t>
            </a:r>
            <a:r>
              <a:rPr lang="it-IT" sz="1600" err="1"/>
              <a:t>while</a:t>
            </a:r>
            <a:r>
              <a:rPr lang="it-IT" sz="1600"/>
              <a:t> </a:t>
            </a:r>
            <a:r>
              <a:rPr lang="it-IT" sz="1600" err="1"/>
              <a:t>navigating</a:t>
            </a:r>
            <a:r>
              <a:rPr lang="it-IT" sz="1600"/>
              <a:t>,</a:t>
            </a:r>
          </a:p>
          <a:p>
            <a:pPr lvl="1"/>
            <a:r>
              <a:rPr lang="it-IT" sz="1600"/>
              <a:t>E.g., </a:t>
            </a:r>
            <a:r>
              <a:rPr lang="it-IT" sz="1600" err="1"/>
              <a:t>Kuka</a:t>
            </a:r>
            <a:r>
              <a:rPr lang="it-IT" sz="1600"/>
              <a:t> </a:t>
            </a:r>
            <a:r>
              <a:rPr lang="it-IT" sz="1600" err="1"/>
              <a:t>Youbot</a:t>
            </a:r>
            <a:r>
              <a:rPr lang="it-IT" sz="1600"/>
              <a:t>, </a:t>
            </a:r>
            <a:r>
              <a:rPr lang="it-IT" sz="1600" err="1"/>
              <a:t>moving</a:t>
            </a:r>
            <a:r>
              <a:rPr lang="it-IT" sz="1600"/>
              <a:t> to a </a:t>
            </a:r>
            <a:r>
              <a:rPr lang="it-IT" sz="1600" err="1"/>
              <a:t>collision</a:t>
            </a:r>
            <a:r>
              <a:rPr lang="it-IT" sz="1600"/>
              <a:t> free </a:t>
            </a:r>
            <a:r>
              <a:rPr lang="it-IT" sz="1600" err="1"/>
              <a:t>environment</a:t>
            </a:r>
            <a:r>
              <a:rPr lang="it-IT" sz="1600"/>
              <a:t> </a:t>
            </a:r>
            <a:r>
              <a:rPr lang="it-IT" sz="1600" err="1"/>
              <a:t>before</a:t>
            </a:r>
            <a:r>
              <a:rPr lang="it-IT" sz="1600"/>
              <a:t> </a:t>
            </a:r>
            <a:r>
              <a:rPr lang="it-IT" sz="1600" err="1"/>
              <a:t>performing</a:t>
            </a:r>
            <a:r>
              <a:rPr lang="it-IT" sz="1600"/>
              <a:t> </a:t>
            </a:r>
            <a:r>
              <a:rPr lang="it-IT" sz="1600" err="1"/>
              <a:t>manipulation</a:t>
            </a:r>
            <a:r>
              <a:rPr lang="it-IT" sz="1600"/>
              <a:t>.</a:t>
            </a:r>
          </a:p>
          <a:p>
            <a:pPr lvl="1"/>
            <a:r>
              <a:rPr lang="it-IT" sz="1600"/>
              <a:t>E.g., mobile </a:t>
            </a:r>
            <a:r>
              <a:rPr lang="it-IT" sz="1600" err="1"/>
              <a:t>robots</a:t>
            </a:r>
            <a:r>
              <a:rPr lang="it-IT" sz="1600"/>
              <a:t> </a:t>
            </a:r>
            <a:r>
              <a:rPr lang="it-IT" sz="1600" err="1"/>
              <a:t>detecting</a:t>
            </a:r>
            <a:r>
              <a:rPr lang="it-IT" sz="1600"/>
              <a:t> </a:t>
            </a:r>
            <a:r>
              <a:rPr lang="it-IT" sz="1600" err="1"/>
              <a:t>obstacles</a:t>
            </a:r>
            <a:r>
              <a:rPr lang="it-IT" sz="1600"/>
              <a:t> and faults.</a:t>
            </a:r>
          </a:p>
          <a:p>
            <a:pPr lvl="1"/>
            <a:r>
              <a:rPr lang="it-IT" sz="1600" err="1"/>
              <a:t>Autonomous</a:t>
            </a:r>
            <a:r>
              <a:rPr lang="it-IT" sz="1600"/>
              <a:t> </a:t>
            </a:r>
            <a:r>
              <a:rPr lang="it-IT" sz="1600" err="1"/>
              <a:t>driving</a:t>
            </a:r>
            <a:r>
              <a:rPr lang="it-IT" sz="1600"/>
              <a:t>?</a:t>
            </a:r>
          </a:p>
          <a:p>
            <a:r>
              <a:rPr lang="it-IT" sz="2000" b="1" err="1"/>
              <a:t>Aerial</a:t>
            </a:r>
            <a:r>
              <a:rPr lang="it-IT" sz="2000" b="1"/>
              <a:t> and </a:t>
            </a:r>
            <a:r>
              <a:rPr lang="it-IT" sz="2000" b="1" err="1"/>
              <a:t>underwater</a:t>
            </a:r>
            <a:r>
              <a:rPr lang="it-IT" sz="2000" b="1"/>
              <a:t> </a:t>
            </a:r>
            <a:r>
              <a:rPr lang="it-IT" sz="2000" b="1" err="1"/>
              <a:t>robotics</a:t>
            </a:r>
            <a:endParaRPr lang="it-IT" sz="2000" b="1"/>
          </a:p>
          <a:p>
            <a:pPr lvl="1"/>
            <a:r>
              <a:rPr lang="it-IT" sz="1600" err="1"/>
              <a:t>Unmaned</a:t>
            </a:r>
            <a:r>
              <a:rPr lang="it-IT" sz="1600"/>
              <a:t> </a:t>
            </a:r>
            <a:r>
              <a:rPr lang="it-IT" sz="1600" err="1"/>
              <a:t>Aeraial</a:t>
            </a:r>
            <a:r>
              <a:rPr lang="it-IT" sz="1600"/>
              <a:t> </a:t>
            </a:r>
            <a:r>
              <a:rPr lang="it-IT" sz="1600" err="1"/>
              <a:t>Vehicles</a:t>
            </a:r>
            <a:r>
              <a:rPr lang="it-IT" sz="1600"/>
              <a:t>: e.g., </a:t>
            </a:r>
            <a:r>
              <a:rPr lang="it-IT" sz="1600" err="1"/>
              <a:t>moving</a:t>
            </a:r>
            <a:r>
              <a:rPr lang="it-IT" sz="1600"/>
              <a:t> in </a:t>
            </a:r>
            <a:r>
              <a:rPr lang="it-IT" sz="1600" err="1"/>
              <a:t>proximity</a:t>
            </a:r>
            <a:r>
              <a:rPr lang="it-IT" sz="1600"/>
              <a:t> of </a:t>
            </a:r>
            <a:r>
              <a:rPr lang="it-IT" sz="1600" err="1"/>
              <a:t>obstacles</a:t>
            </a:r>
            <a:r>
              <a:rPr lang="it-IT" sz="1600"/>
              <a:t>, </a:t>
            </a:r>
            <a:r>
              <a:rPr lang="it-IT" sz="1600" err="1"/>
              <a:t>flying</a:t>
            </a:r>
            <a:r>
              <a:rPr lang="it-IT" sz="1600"/>
              <a:t> </a:t>
            </a:r>
            <a:r>
              <a:rPr lang="it-IT" sz="1600" err="1"/>
              <a:t>through</a:t>
            </a:r>
            <a:r>
              <a:rPr lang="it-IT" sz="1600"/>
              <a:t> a window.</a:t>
            </a:r>
          </a:p>
          <a:p>
            <a:pPr lvl="1"/>
            <a:r>
              <a:rPr lang="it-IT" sz="1600" err="1"/>
              <a:t>Autonomous</a:t>
            </a:r>
            <a:r>
              <a:rPr lang="it-IT" sz="1600"/>
              <a:t> </a:t>
            </a:r>
            <a:r>
              <a:rPr lang="it-IT" sz="1600" err="1"/>
              <a:t>Underwater</a:t>
            </a:r>
            <a:r>
              <a:rPr lang="it-IT" sz="1600"/>
              <a:t> </a:t>
            </a:r>
            <a:r>
              <a:rPr lang="it-IT" sz="1600" err="1"/>
              <a:t>Vehicles</a:t>
            </a:r>
            <a:r>
              <a:rPr lang="it-IT" sz="1600"/>
              <a:t>: e.g., fault </a:t>
            </a:r>
            <a:r>
              <a:rPr lang="it-IT" sz="1600" err="1"/>
              <a:t>handling</a:t>
            </a:r>
            <a:r>
              <a:rPr lang="it-IT" sz="1600"/>
              <a:t>, </a:t>
            </a:r>
            <a:r>
              <a:rPr lang="it-IT" sz="1600" err="1"/>
              <a:t>strict</a:t>
            </a:r>
            <a:r>
              <a:rPr lang="it-IT" sz="1600"/>
              <a:t> check to </a:t>
            </a:r>
            <a:r>
              <a:rPr lang="it-IT" sz="1600" err="1"/>
              <a:t>avoid</a:t>
            </a:r>
            <a:r>
              <a:rPr lang="it-IT" sz="1600"/>
              <a:t> </a:t>
            </a:r>
            <a:r>
              <a:rPr lang="it-IT" sz="1600" err="1"/>
              <a:t>losing</a:t>
            </a:r>
            <a:r>
              <a:rPr lang="it-IT" sz="1600"/>
              <a:t> the robot </a:t>
            </a:r>
            <a:r>
              <a:rPr lang="it-IT" sz="1600" err="1"/>
              <a:t>underwater</a:t>
            </a:r>
            <a:r>
              <a:rPr lang="it-IT" sz="1600"/>
              <a:t>.</a:t>
            </a:r>
          </a:p>
          <a:p>
            <a:pPr lvl="1"/>
            <a:endParaRPr lang="it-IT" sz="1600"/>
          </a:p>
          <a:p>
            <a:pPr lvl="1"/>
            <a:endParaRPr lang="it-IT" sz="1600"/>
          </a:p>
          <a:p>
            <a:pPr lvl="1"/>
            <a:endParaRPr lang="it-IT" sz="160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718CBFF-D54B-3334-3766-78C1DEA35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BTs</a:t>
            </a:r>
            <a:r>
              <a:rPr lang="it-IT"/>
              <a:t> in </a:t>
            </a:r>
            <a:r>
              <a:rPr lang="it-IT" err="1"/>
              <a:t>robotics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BD7F81E-CCA0-F06E-9ECF-C0247663C3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92EF324E-78B7-EB16-675A-DA70683DB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45" y="1612477"/>
            <a:ext cx="3683000" cy="2730500"/>
          </a:xfrm>
          <a:prstGeom prst="rect">
            <a:avLst/>
          </a:prstGeom>
        </p:spPr>
      </p:pic>
      <p:pic>
        <p:nvPicPr>
          <p:cNvPr id="1026" name="Picture 2" descr="KUKA youBot-an open source enabled omnidirectional mobile manipulator... |  Download Scientific Diagram">
            <a:extLst>
              <a:ext uri="{FF2B5EF4-FFF2-40B4-BE49-F238E27FC236}">
                <a16:creationId xmlns:a16="http://schemas.microsoft.com/office/drawing/2014/main" id="{75B3D0D5-97A0-FFAA-E09F-88506A51D8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7" t="2923" r="13822" b="4462"/>
          <a:stretch/>
        </p:blipFill>
        <p:spPr bwMode="auto">
          <a:xfrm>
            <a:off x="2686893" y="4425245"/>
            <a:ext cx="2157452" cy="220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magine 7" descr="Immagine che contiene giocattolo, automa meccanico, robot, cartone animato&#10;&#10;Descrizione generata automaticamente">
            <a:extLst>
              <a:ext uri="{FF2B5EF4-FFF2-40B4-BE49-F238E27FC236}">
                <a16:creationId xmlns:a16="http://schemas.microsoft.com/office/drawing/2014/main" id="{AB940BDD-7B47-FDE4-5AC5-CF12A4970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092" y="4559088"/>
            <a:ext cx="1143757" cy="193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9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117A537-90D7-2325-E70C-167B5267D2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BTs</a:t>
            </a:r>
            <a:r>
              <a:rPr lang="it-IT"/>
              <a:t> in </a:t>
            </a:r>
            <a:r>
              <a:rPr lang="it-IT" err="1"/>
              <a:t>robotics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F74F916-33B3-632F-E781-5E531D48BA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bt_robot">
            <a:hlinkClick r:id="" action="ppaction://media"/>
            <a:extLst>
              <a:ext uri="{FF2B5EF4-FFF2-40B4-BE49-F238E27FC236}">
                <a16:creationId xmlns:a16="http://schemas.microsoft.com/office/drawing/2014/main" id="{EF6D6E69-E1B8-9346-7587-4F5F0B7C7FC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74345" y="1800534"/>
            <a:ext cx="7843309" cy="441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1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8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4A917C-D90F-F178-20AE-E89F79A099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BTs</a:t>
            </a:r>
            <a:r>
              <a:rPr lang="it-IT"/>
              <a:t> in </a:t>
            </a:r>
            <a:r>
              <a:rPr lang="it-IT" err="1"/>
              <a:t>Robotics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176113C-6B30-EDD6-1169-4A55A196AD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ruota, giocattolo, pneumatico, Veicolo giocattolo&#10;&#10;Descrizione generata automaticamente">
            <a:extLst>
              <a:ext uri="{FF2B5EF4-FFF2-40B4-BE49-F238E27FC236}">
                <a16:creationId xmlns:a16="http://schemas.microsoft.com/office/drawing/2014/main" id="{0B0740F7-9CB6-A66F-526B-53286B09F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25" y="2669949"/>
            <a:ext cx="4961214" cy="2429174"/>
          </a:xfrm>
          <a:prstGeom prst="rect">
            <a:avLst/>
          </a:prstGeom>
        </p:spPr>
      </p:pic>
      <p:sp>
        <p:nvSpPr>
          <p:cNvPr id="11" name="Segnaposto contenuto 1">
            <a:extLst>
              <a:ext uri="{FF2B5EF4-FFF2-40B4-BE49-F238E27FC236}">
                <a16:creationId xmlns:a16="http://schemas.microsoft.com/office/drawing/2014/main" id="{5E0CCC4F-77E4-D108-FEF6-E781D5C46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525" y="5099123"/>
            <a:ext cx="4961214" cy="666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/>
              <a:t>Target </a:t>
            </a:r>
            <a:r>
              <a:rPr lang="it-IT" sz="1600" err="1"/>
              <a:t>behavior</a:t>
            </a:r>
            <a:r>
              <a:rPr lang="it-IT" sz="1600"/>
              <a:t>: Green Cube on Goal.</a:t>
            </a:r>
          </a:p>
        </p:txBody>
      </p:sp>
      <p:pic>
        <p:nvPicPr>
          <p:cNvPr id="13" name="Immagine 12" descr="Immagine che contiene testo, diagramma, Carattere, schermata&#10;&#10;Descrizione generata automaticamente">
            <a:extLst>
              <a:ext uri="{FF2B5EF4-FFF2-40B4-BE49-F238E27FC236}">
                <a16:creationId xmlns:a16="http://schemas.microsoft.com/office/drawing/2014/main" id="{C2848FAB-5318-6EC1-4905-85974E346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3574499"/>
            <a:ext cx="2513928" cy="2752957"/>
          </a:xfrm>
          <a:prstGeom prst="rect">
            <a:avLst/>
          </a:prstGeom>
        </p:spPr>
      </p:pic>
      <p:pic>
        <p:nvPicPr>
          <p:cNvPr id="15" name="Immagine 14" descr="Immagine che contiene testo, diagramma, Carattere, schermata&#10;&#10;Descrizione generata automaticamente">
            <a:extLst>
              <a:ext uri="{FF2B5EF4-FFF2-40B4-BE49-F238E27FC236}">
                <a16:creationId xmlns:a16="http://schemas.microsoft.com/office/drawing/2014/main" id="{B2E486CC-26C9-B524-D573-00FE3CC01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46" y="4458419"/>
            <a:ext cx="2081829" cy="1504688"/>
          </a:xfrm>
          <a:prstGeom prst="rect">
            <a:avLst/>
          </a:prstGeom>
        </p:spPr>
      </p:pic>
      <p:pic>
        <p:nvPicPr>
          <p:cNvPr id="17" name="Immagine 16" descr="Immagine che contiene testo, diagramma, Carattere, linea&#10;&#10;Descrizione generata automaticamente">
            <a:extLst>
              <a:ext uri="{FF2B5EF4-FFF2-40B4-BE49-F238E27FC236}">
                <a16:creationId xmlns:a16="http://schemas.microsoft.com/office/drawing/2014/main" id="{ED8708F6-1ABB-7FA2-4E40-17B9C617C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4636" y="1625469"/>
            <a:ext cx="3816039" cy="164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43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D753-2045-6FD8-9006-DB7F13AB5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66F4716-E4B8-4AC8-D5B4-6AD8CF7837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BTs</a:t>
            </a:r>
            <a:r>
              <a:rPr lang="it-IT"/>
              <a:t> in </a:t>
            </a:r>
            <a:r>
              <a:rPr lang="it-IT" err="1"/>
              <a:t>robotics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BCBE002-23FC-8C7D-5EE9-E334C4CC63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7" name="Immagine 6" descr="Immagine che contiene diagramma, schizzo, linea, Piano&#10;&#10;Descrizione generata automaticamente">
            <a:extLst>
              <a:ext uri="{FF2B5EF4-FFF2-40B4-BE49-F238E27FC236}">
                <a16:creationId xmlns:a16="http://schemas.microsoft.com/office/drawing/2014/main" id="{35445EB0-A134-98DE-D9CF-2B87D6D80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88" y="2462284"/>
            <a:ext cx="6784622" cy="3293265"/>
          </a:xfrm>
          <a:prstGeom prst="rect">
            <a:avLst/>
          </a:prstGeom>
        </p:spPr>
      </p:pic>
      <p:pic>
        <p:nvPicPr>
          <p:cNvPr id="12" name="Immagine 11" descr="Immagine che contiene testo, diagramma, schizzo, Piano&#10;&#10;Descrizione generata automaticamente">
            <a:extLst>
              <a:ext uri="{FF2B5EF4-FFF2-40B4-BE49-F238E27FC236}">
                <a16:creationId xmlns:a16="http://schemas.microsoft.com/office/drawing/2014/main" id="{F42BF693-EE9A-CC46-C19B-4D5107072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226" y="1381677"/>
            <a:ext cx="3605394" cy="4683478"/>
          </a:xfrm>
          <a:prstGeom prst="rect">
            <a:avLst/>
          </a:prstGeom>
        </p:spPr>
      </p:pic>
      <p:sp>
        <p:nvSpPr>
          <p:cNvPr id="13" name="Segnaposto contenuto 1">
            <a:extLst>
              <a:ext uri="{FF2B5EF4-FFF2-40B4-BE49-F238E27FC236}">
                <a16:creationId xmlns:a16="http://schemas.microsoft.com/office/drawing/2014/main" id="{52E06E64-5F40-1660-15AF-561669EC9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888" y="5858087"/>
            <a:ext cx="6784622" cy="666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/>
              <a:t>BT for a mobile </a:t>
            </a:r>
            <a:r>
              <a:rPr lang="it-IT" sz="1600" err="1"/>
              <a:t>manipulator</a:t>
            </a:r>
            <a:r>
              <a:rPr lang="it-IT" sz="1600"/>
              <a:t> to </a:t>
            </a:r>
            <a:r>
              <a:rPr lang="it-IT" sz="1600" err="1"/>
              <a:t>pick</a:t>
            </a:r>
            <a:r>
              <a:rPr lang="it-IT" sz="1600"/>
              <a:t> and place </a:t>
            </a:r>
            <a:r>
              <a:rPr lang="it-IT" sz="1600" err="1"/>
              <a:t>objects</a:t>
            </a:r>
            <a:r>
              <a:rPr lang="it-IT" sz="1600"/>
              <a:t> in a </a:t>
            </a:r>
            <a:r>
              <a:rPr lang="it-IT" sz="1600" err="1"/>
              <a:t>kitting</a:t>
            </a:r>
            <a:r>
              <a:rPr lang="it-IT" sz="1600"/>
              <a:t> task.</a:t>
            </a:r>
          </a:p>
        </p:txBody>
      </p:sp>
      <p:sp>
        <p:nvSpPr>
          <p:cNvPr id="14" name="Segnaposto contenuto 1">
            <a:extLst>
              <a:ext uri="{FF2B5EF4-FFF2-40B4-BE49-F238E27FC236}">
                <a16:creationId xmlns:a16="http://schemas.microsoft.com/office/drawing/2014/main" id="{AC5362EF-760F-918F-78A8-113399E62B41}"/>
              </a:ext>
            </a:extLst>
          </p:cNvPr>
          <p:cNvSpPr txBox="1">
            <a:spLocks/>
          </p:cNvSpPr>
          <p:nvPr/>
        </p:nvSpPr>
        <p:spPr>
          <a:xfrm>
            <a:off x="7798226" y="6117307"/>
            <a:ext cx="3772886" cy="666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7393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00843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9475F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BC9C6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 kern="1200">
                <a:solidFill>
                  <a:srgbClr val="29475F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600"/>
              <a:t>BT for </a:t>
            </a:r>
            <a:r>
              <a:rPr lang="it-IT" sz="1600" err="1"/>
              <a:t>UAVs</a:t>
            </a:r>
            <a:r>
              <a:rPr lang="it-IT" sz="1600"/>
              <a:t> to </a:t>
            </a:r>
            <a:r>
              <a:rPr lang="it-IT" sz="1600" err="1"/>
              <a:t>move</a:t>
            </a:r>
            <a:r>
              <a:rPr lang="it-IT" sz="1600"/>
              <a:t> </a:t>
            </a:r>
            <a:r>
              <a:rPr lang="it-IT" sz="1600" err="1"/>
              <a:t>towards</a:t>
            </a:r>
            <a:r>
              <a:rPr lang="it-IT" sz="1600"/>
              <a:t> and </a:t>
            </a:r>
            <a:r>
              <a:rPr lang="it-IT" sz="1600" err="1"/>
              <a:t>fly</a:t>
            </a:r>
            <a:r>
              <a:rPr lang="it-IT" sz="1600"/>
              <a:t> in </a:t>
            </a:r>
            <a:r>
              <a:rPr lang="it-IT" sz="1600" err="1"/>
              <a:t>behind</a:t>
            </a:r>
            <a:r>
              <a:rPr lang="it-IT" sz="1600"/>
              <a:t> </a:t>
            </a:r>
            <a:r>
              <a:rPr lang="it-IT" sz="1600" err="1"/>
              <a:t>another</a:t>
            </a:r>
            <a:r>
              <a:rPr lang="it-IT" sz="1600"/>
              <a:t> UAV.</a:t>
            </a:r>
          </a:p>
        </p:txBody>
      </p:sp>
    </p:spTree>
    <p:extLst>
      <p:ext uri="{BB962C8B-B14F-4D97-AF65-F5344CB8AC3E}">
        <p14:creationId xmlns:p14="http://schemas.microsoft.com/office/powerpoint/2010/main" val="1788644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B4251-2D39-3E0D-8AF9-F55E4630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F69F2C-4283-78DB-BFC5-53BADECF95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BTs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policy </a:t>
            </a:r>
            <a:r>
              <a:rPr lang="it-IT" err="1"/>
              <a:t>representation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EDB9B35-23B1-BD18-5D08-96CD3F8F5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Segnaposto contenuto 1">
            <a:extLst>
              <a:ext uri="{FF2B5EF4-FFF2-40B4-BE49-F238E27FC236}">
                <a16:creationId xmlns:a16="http://schemas.microsoft.com/office/drawing/2014/main" id="{9FD68BA7-4F5B-E5AC-8D43-60967CDDA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936" y="5647712"/>
            <a:ext cx="4989690" cy="3620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/>
              <a:t>BT for Pacman, </a:t>
            </a:r>
            <a:r>
              <a:rPr lang="it-IT" sz="1600" err="1"/>
              <a:t>learned</a:t>
            </a:r>
            <a:r>
              <a:rPr lang="it-IT" sz="1600"/>
              <a:t> </a:t>
            </a:r>
            <a:r>
              <a:rPr lang="it-IT" sz="1600" err="1"/>
              <a:t>using</a:t>
            </a:r>
            <a:r>
              <a:rPr lang="it-IT" sz="1600"/>
              <a:t> </a:t>
            </a:r>
            <a:r>
              <a:rPr lang="it-IT" sz="1600" err="1"/>
              <a:t>evolutionary</a:t>
            </a:r>
            <a:r>
              <a:rPr lang="it-IT" sz="1600"/>
              <a:t> </a:t>
            </a:r>
            <a:r>
              <a:rPr lang="it-IT" sz="1600" err="1"/>
              <a:t>methods</a:t>
            </a:r>
            <a:r>
              <a:rPr lang="it-IT" sz="1600"/>
              <a:t>. </a:t>
            </a:r>
          </a:p>
        </p:txBody>
      </p:sp>
      <p:sp>
        <p:nvSpPr>
          <p:cNvPr id="14" name="Segnaposto contenuto 1">
            <a:extLst>
              <a:ext uri="{FF2B5EF4-FFF2-40B4-BE49-F238E27FC236}">
                <a16:creationId xmlns:a16="http://schemas.microsoft.com/office/drawing/2014/main" id="{81D8B760-9229-2CC2-AEAD-EB8F896DD284}"/>
              </a:ext>
            </a:extLst>
          </p:cNvPr>
          <p:cNvSpPr txBox="1">
            <a:spLocks/>
          </p:cNvSpPr>
          <p:nvPr/>
        </p:nvSpPr>
        <p:spPr>
          <a:xfrm>
            <a:off x="7017346" y="6191109"/>
            <a:ext cx="4351015" cy="666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7393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00843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9475F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BC9C6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Avenir Next" panose="020B0503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 kern="1200">
                <a:solidFill>
                  <a:srgbClr val="29475F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600"/>
              <a:t>BT for mobile </a:t>
            </a:r>
            <a:r>
              <a:rPr lang="it-IT" sz="1600" err="1"/>
              <a:t>manipulation</a:t>
            </a:r>
            <a:r>
              <a:rPr lang="it-IT" sz="1600"/>
              <a:t>, </a:t>
            </a:r>
            <a:r>
              <a:rPr lang="it-IT" sz="1600" err="1"/>
              <a:t>generated</a:t>
            </a:r>
            <a:r>
              <a:rPr lang="it-IT" sz="1600"/>
              <a:t> </a:t>
            </a:r>
            <a:r>
              <a:rPr lang="it-IT" sz="1600" err="1"/>
              <a:t>using</a:t>
            </a:r>
            <a:r>
              <a:rPr lang="it-IT" sz="1600"/>
              <a:t> a planning </a:t>
            </a:r>
            <a:r>
              <a:rPr lang="it-IT" sz="1600" err="1"/>
              <a:t>approach</a:t>
            </a:r>
            <a:r>
              <a:rPr lang="it-IT" sz="1600"/>
              <a:t>.</a:t>
            </a:r>
          </a:p>
        </p:txBody>
      </p:sp>
      <p:pic>
        <p:nvPicPr>
          <p:cNvPr id="8" name="Immagine 7" descr="Immagine che contiene testo, schermata, Carattere, bianco&#10;&#10;Descrizione generata automaticamente">
            <a:extLst>
              <a:ext uri="{FF2B5EF4-FFF2-40B4-BE49-F238E27FC236}">
                <a16:creationId xmlns:a16="http://schemas.microsoft.com/office/drawing/2014/main" id="{CAE8B596-B900-8886-49CC-6B4278BE8A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15"/>
          <a:stretch/>
        </p:blipFill>
        <p:spPr>
          <a:xfrm>
            <a:off x="1904971" y="1517821"/>
            <a:ext cx="3064025" cy="1551938"/>
          </a:xfrm>
          <a:prstGeom prst="rect">
            <a:avLst/>
          </a:prstGeom>
        </p:spPr>
      </p:pic>
      <p:pic>
        <p:nvPicPr>
          <p:cNvPr id="10" name="Immagine 9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E14AA737-2003-35F3-20D1-B586A5F9A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833" y="1509850"/>
            <a:ext cx="2182734" cy="1567879"/>
          </a:xfrm>
          <a:prstGeom prst="rect">
            <a:avLst/>
          </a:prstGeom>
        </p:spPr>
      </p:pic>
      <p:pic>
        <p:nvPicPr>
          <p:cNvPr id="15" name="Immagine 14" descr="Immagine che contiene diagramma, testo, schizzo, linea&#10;&#10;Descrizione generata automaticamente">
            <a:extLst>
              <a:ext uri="{FF2B5EF4-FFF2-40B4-BE49-F238E27FC236}">
                <a16:creationId xmlns:a16="http://schemas.microsoft.com/office/drawing/2014/main" id="{3C1F1996-7EFE-6A20-96BA-7CA54530D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86" y="3788241"/>
            <a:ext cx="5448300" cy="1816100"/>
          </a:xfrm>
          <a:prstGeom prst="rect">
            <a:avLst/>
          </a:prstGeom>
        </p:spPr>
      </p:pic>
      <p:pic>
        <p:nvPicPr>
          <p:cNvPr id="17" name="Immagine 16" descr="Immagine che contiene diagramma, testo, schizzo, Carattere&#10;&#10;Descrizione generata automaticamente">
            <a:extLst>
              <a:ext uri="{FF2B5EF4-FFF2-40B4-BE49-F238E27FC236}">
                <a16:creationId xmlns:a16="http://schemas.microsoft.com/office/drawing/2014/main" id="{7F0A709D-9388-51A7-CF50-D5718D17A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467" y="3214797"/>
            <a:ext cx="3691466" cy="296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54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A7693F2-009C-4C85-68E2-AA980B18CF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err="1"/>
              <a:t>Implementations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59599B-130D-E12C-F929-4B3CD0A1A0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0B8AE6CF-434F-BE61-14B2-5E2821C51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14" y="1618545"/>
            <a:ext cx="9711972" cy="4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039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97B2CC0A46AC4F9AEEC319A5D986DD" ma:contentTypeVersion="10" ma:contentTypeDescription="Create a new document." ma:contentTypeScope="" ma:versionID="49e7223294b286280a3c825ee6ca1b2a">
  <xsd:schema xmlns:xsd="http://www.w3.org/2001/XMLSchema" xmlns:xs="http://www.w3.org/2001/XMLSchema" xmlns:p="http://schemas.microsoft.com/office/2006/metadata/properties" xmlns:ns2="3db59c47-87aa-4831-b38a-f5382a46a091" targetNamespace="http://schemas.microsoft.com/office/2006/metadata/properties" ma:root="true" ma:fieldsID="96afceb3b12f35ebf654c18e756486ff" ns2:_="">
    <xsd:import namespace="3db59c47-87aa-4831-b38a-f5382a46a0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b59c47-87aa-4831-b38a-f5382a46a0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DA17CD-30E2-4324-81A6-216FC314B9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2E37C4-5E64-499F-812F-41C867D21EAC}">
  <ds:schemaRefs>
    <ds:schemaRef ds:uri="3db59c47-87aa-4831-b38a-f5382a46a0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29" baseType="lpstr">
      <vt:lpstr>Tema di Office</vt:lpstr>
      <vt:lpstr>HRI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HRI</dc:title>
  <dc:creator>Silvia Rossi</dc:creator>
  <cp:revision>4</cp:revision>
  <dcterms:created xsi:type="dcterms:W3CDTF">2020-09-28T12:57:28Z</dcterms:created>
  <dcterms:modified xsi:type="dcterms:W3CDTF">2025-02-14T10:39:42Z</dcterms:modified>
</cp:coreProperties>
</file>